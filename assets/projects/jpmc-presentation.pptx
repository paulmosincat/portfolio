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8" r:id="rId1"/>
  </p:sldMasterIdLst>
  <p:sldIdLst>
    <p:sldId id="256" r:id="rId2"/>
    <p:sldId id="258" r:id="rId3"/>
    <p:sldId id="259" r:id="rId4"/>
    <p:sldId id="257" r:id="rId5"/>
    <p:sldId id="260" r:id="rId6"/>
    <p:sldId id="268" r:id="rId7"/>
    <p:sldId id="265" r:id="rId8"/>
    <p:sldId id="264" r:id="rId9"/>
    <p:sldId id="261" r:id="rId10"/>
    <p:sldId id="262" r:id="rId11"/>
    <p:sldId id="266" r:id="rId12"/>
    <p:sldId id="263" r:id="rId13"/>
    <p:sldId id="267"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E23FC8B-B22A-37F1-556D-1C719EBB13EC}" v="100" dt="2024-11-14T18:00:11.651"/>
    <p1510:client id="{6DE823BF-272A-0176-24B1-112EBFCEB666}" v="14" dt="2024-11-15T16:36:19.057"/>
    <p1510:client id="{9D0DB907-ECE8-396F-0838-80775480FFA1}" v="1" dt="2024-11-15T17:55:59.184"/>
    <p1510:client id="{F1599A86-6A8F-A58F-D4CF-ED0A9AED4BFA}" v="51" dt="2024-11-15T16:32:07.70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4" Type="http://schemas.openxmlformats.org/officeDocument/2006/relationships/image" Target="../media/image9.svg"/></Relationships>
</file>

<file path=ppt/diagrams/_rels/drawing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4" Type="http://schemas.openxmlformats.org/officeDocument/2006/relationships/image" Target="../media/image9.sv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177392E-C7C8-4A66-A180-7809D81BA60F}"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6A92B93B-3ECB-4BF0-98FB-A0FD989AEF80}">
      <dgm:prSet/>
      <dgm:spPr/>
      <dgm:t>
        <a:bodyPr/>
        <a:lstStyle/>
        <a:p>
          <a:r>
            <a:rPr lang="en-US"/>
            <a:t>Students, compared to others, often have less than average income, that is why knowing how to spend their money is even more important. Our team spent countless weeks on improving our app, we added, changed and deleted stuff over and over, for the best user experience ever.</a:t>
          </a:r>
        </a:p>
      </dgm:t>
    </dgm:pt>
    <dgm:pt modelId="{EFC35CA9-9EB6-4529-8490-493813C20FB2}" type="parTrans" cxnId="{244CCEAA-3C3C-40F3-AAEE-2D9267268BC6}">
      <dgm:prSet/>
      <dgm:spPr/>
      <dgm:t>
        <a:bodyPr/>
        <a:lstStyle/>
        <a:p>
          <a:endParaRPr lang="en-US"/>
        </a:p>
      </dgm:t>
    </dgm:pt>
    <dgm:pt modelId="{82EDAEDD-4E49-415A-A9C3-D167E7812F85}" type="sibTrans" cxnId="{244CCEAA-3C3C-40F3-AAEE-2D9267268BC6}">
      <dgm:prSet/>
      <dgm:spPr/>
      <dgm:t>
        <a:bodyPr/>
        <a:lstStyle/>
        <a:p>
          <a:endParaRPr lang="en-US"/>
        </a:p>
      </dgm:t>
    </dgm:pt>
    <dgm:pt modelId="{BB091D29-64AB-4C10-B18D-43C60D61A8B7}">
      <dgm:prSet/>
      <dgm:spPr/>
      <dgm:t>
        <a:bodyPr/>
        <a:lstStyle/>
        <a:p>
          <a:r>
            <a:rPr lang="en-US"/>
            <a:t>Our budget managing dashboard will help students out. Take advantage of it anywhere and anytime! Using an app on your phone or website on your laptop/desktop. </a:t>
          </a:r>
        </a:p>
      </dgm:t>
    </dgm:pt>
    <dgm:pt modelId="{36182499-E809-4865-BBBE-2A0760618255}" type="parTrans" cxnId="{BB5894F7-AC77-46EF-A688-C685871383B9}">
      <dgm:prSet/>
      <dgm:spPr/>
      <dgm:t>
        <a:bodyPr/>
        <a:lstStyle/>
        <a:p>
          <a:endParaRPr lang="en-US"/>
        </a:p>
      </dgm:t>
    </dgm:pt>
    <dgm:pt modelId="{0E77AA20-496B-40B1-8DD1-D325A56FA130}" type="sibTrans" cxnId="{BB5894F7-AC77-46EF-A688-C685871383B9}">
      <dgm:prSet/>
      <dgm:spPr/>
      <dgm:t>
        <a:bodyPr/>
        <a:lstStyle/>
        <a:p>
          <a:endParaRPr lang="en-US"/>
        </a:p>
      </dgm:t>
    </dgm:pt>
    <dgm:pt modelId="{B879AA78-33EF-4E4F-9E55-88BE496A5D63}" type="pres">
      <dgm:prSet presAssocID="{0177392E-C7C8-4A66-A180-7809D81BA60F}" presName="root" presStyleCnt="0">
        <dgm:presLayoutVars>
          <dgm:dir/>
          <dgm:resizeHandles val="exact"/>
        </dgm:presLayoutVars>
      </dgm:prSet>
      <dgm:spPr/>
    </dgm:pt>
    <dgm:pt modelId="{41E54754-AE23-411E-8CB7-697D8182C8A4}" type="pres">
      <dgm:prSet presAssocID="{6A92B93B-3ECB-4BF0-98FB-A0FD989AEF80}" presName="compNode" presStyleCnt="0"/>
      <dgm:spPr/>
    </dgm:pt>
    <dgm:pt modelId="{BB0A12BF-E5F9-4804-9A22-CB09C0611AB7}" type="pres">
      <dgm:prSet presAssocID="{6A92B93B-3ECB-4BF0-98FB-A0FD989AEF80}" presName="bgRect" presStyleLbl="bgShp" presStyleIdx="0" presStyleCnt="2"/>
      <dgm:spPr/>
    </dgm:pt>
    <dgm:pt modelId="{E87FB3F9-D6A4-4570-8477-983474174079}" type="pres">
      <dgm:prSet presAssocID="{6A92B93B-3ECB-4BF0-98FB-A0FD989AEF80}"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ollar"/>
        </a:ext>
      </dgm:extLst>
    </dgm:pt>
    <dgm:pt modelId="{3B475A1C-3B0A-43C1-A186-4B817D2EFC52}" type="pres">
      <dgm:prSet presAssocID="{6A92B93B-3ECB-4BF0-98FB-A0FD989AEF80}" presName="spaceRect" presStyleCnt="0"/>
      <dgm:spPr/>
    </dgm:pt>
    <dgm:pt modelId="{3C5D03A8-550E-4FFC-9759-A6B46423B011}" type="pres">
      <dgm:prSet presAssocID="{6A92B93B-3ECB-4BF0-98FB-A0FD989AEF80}" presName="parTx" presStyleLbl="revTx" presStyleIdx="0" presStyleCnt="2">
        <dgm:presLayoutVars>
          <dgm:chMax val="0"/>
          <dgm:chPref val="0"/>
        </dgm:presLayoutVars>
      </dgm:prSet>
      <dgm:spPr/>
    </dgm:pt>
    <dgm:pt modelId="{30D81D5E-AC30-40BE-8351-D329781EB644}" type="pres">
      <dgm:prSet presAssocID="{82EDAEDD-4E49-415A-A9C3-D167E7812F85}" presName="sibTrans" presStyleCnt="0"/>
      <dgm:spPr/>
    </dgm:pt>
    <dgm:pt modelId="{26ACF9EF-4901-45CF-956C-57E71A0CF7C1}" type="pres">
      <dgm:prSet presAssocID="{BB091D29-64AB-4C10-B18D-43C60D61A8B7}" presName="compNode" presStyleCnt="0"/>
      <dgm:spPr/>
    </dgm:pt>
    <dgm:pt modelId="{F8740A44-3992-4F41-A84B-B8026A6CC995}" type="pres">
      <dgm:prSet presAssocID="{BB091D29-64AB-4C10-B18D-43C60D61A8B7}" presName="bgRect" presStyleLbl="bgShp" presStyleIdx="1" presStyleCnt="2"/>
      <dgm:spPr/>
    </dgm:pt>
    <dgm:pt modelId="{7D8F49B2-9439-4627-9B64-296D514C70BE}" type="pres">
      <dgm:prSet presAssocID="{BB091D29-64AB-4C10-B18D-43C60D61A8B7}"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Laptop"/>
        </a:ext>
      </dgm:extLst>
    </dgm:pt>
    <dgm:pt modelId="{A89B4493-E064-449A-9413-0096811B0BE3}" type="pres">
      <dgm:prSet presAssocID="{BB091D29-64AB-4C10-B18D-43C60D61A8B7}" presName="spaceRect" presStyleCnt="0"/>
      <dgm:spPr/>
    </dgm:pt>
    <dgm:pt modelId="{82CEDD7A-7000-4ADF-949A-D95ACBD89E94}" type="pres">
      <dgm:prSet presAssocID="{BB091D29-64AB-4C10-B18D-43C60D61A8B7}" presName="parTx" presStyleLbl="revTx" presStyleIdx="1" presStyleCnt="2">
        <dgm:presLayoutVars>
          <dgm:chMax val="0"/>
          <dgm:chPref val="0"/>
        </dgm:presLayoutVars>
      </dgm:prSet>
      <dgm:spPr/>
    </dgm:pt>
  </dgm:ptLst>
  <dgm:cxnLst>
    <dgm:cxn modelId="{B1466E3E-4549-4CBF-995E-09799619F25A}" type="presOf" srcId="{0177392E-C7C8-4A66-A180-7809D81BA60F}" destId="{B879AA78-33EF-4E4F-9E55-88BE496A5D63}" srcOrd="0" destOrd="0" presId="urn:microsoft.com/office/officeart/2018/2/layout/IconVerticalSolidList"/>
    <dgm:cxn modelId="{A56D7182-FB99-47B7-ADF9-CA05F0DF435E}" type="presOf" srcId="{BB091D29-64AB-4C10-B18D-43C60D61A8B7}" destId="{82CEDD7A-7000-4ADF-949A-D95ACBD89E94}" srcOrd="0" destOrd="0" presId="urn:microsoft.com/office/officeart/2018/2/layout/IconVerticalSolidList"/>
    <dgm:cxn modelId="{942A03A7-A54B-44DD-8D81-89BCC58B563D}" type="presOf" srcId="{6A92B93B-3ECB-4BF0-98FB-A0FD989AEF80}" destId="{3C5D03A8-550E-4FFC-9759-A6B46423B011}" srcOrd="0" destOrd="0" presId="urn:microsoft.com/office/officeart/2018/2/layout/IconVerticalSolidList"/>
    <dgm:cxn modelId="{244CCEAA-3C3C-40F3-AAEE-2D9267268BC6}" srcId="{0177392E-C7C8-4A66-A180-7809D81BA60F}" destId="{6A92B93B-3ECB-4BF0-98FB-A0FD989AEF80}" srcOrd="0" destOrd="0" parTransId="{EFC35CA9-9EB6-4529-8490-493813C20FB2}" sibTransId="{82EDAEDD-4E49-415A-A9C3-D167E7812F85}"/>
    <dgm:cxn modelId="{BB5894F7-AC77-46EF-A688-C685871383B9}" srcId="{0177392E-C7C8-4A66-A180-7809D81BA60F}" destId="{BB091D29-64AB-4C10-B18D-43C60D61A8B7}" srcOrd="1" destOrd="0" parTransId="{36182499-E809-4865-BBBE-2A0760618255}" sibTransId="{0E77AA20-496B-40B1-8DD1-D325A56FA130}"/>
    <dgm:cxn modelId="{90F593C9-4174-4A37-AC0D-AF7DA004888E}" type="presParOf" srcId="{B879AA78-33EF-4E4F-9E55-88BE496A5D63}" destId="{41E54754-AE23-411E-8CB7-697D8182C8A4}" srcOrd="0" destOrd="0" presId="urn:microsoft.com/office/officeart/2018/2/layout/IconVerticalSolidList"/>
    <dgm:cxn modelId="{9C50BE19-B7BA-488B-96D0-14D987B6FA81}" type="presParOf" srcId="{41E54754-AE23-411E-8CB7-697D8182C8A4}" destId="{BB0A12BF-E5F9-4804-9A22-CB09C0611AB7}" srcOrd="0" destOrd="0" presId="urn:microsoft.com/office/officeart/2018/2/layout/IconVerticalSolidList"/>
    <dgm:cxn modelId="{1D6ABAA6-5ACA-491C-8F63-5AF7D290F1FF}" type="presParOf" srcId="{41E54754-AE23-411E-8CB7-697D8182C8A4}" destId="{E87FB3F9-D6A4-4570-8477-983474174079}" srcOrd="1" destOrd="0" presId="urn:microsoft.com/office/officeart/2018/2/layout/IconVerticalSolidList"/>
    <dgm:cxn modelId="{07EADD31-1316-4DF0-A224-836C5EA62E0E}" type="presParOf" srcId="{41E54754-AE23-411E-8CB7-697D8182C8A4}" destId="{3B475A1C-3B0A-43C1-A186-4B817D2EFC52}" srcOrd="2" destOrd="0" presId="urn:microsoft.com/office/officeart/2018/2/layout/IconVerticalSolidList"/>
    <dgm:cxn modelId="{64D347E1-A7EA-4497-A1A8-8F4E9B20E9AD}" type="presParOf" srcId="{41E54754-AE23-411E-8CB7-697D8182C8A4}" destId="{3C5D03A8-550E-4FFC-9759-A6B46423B011}" srcOrd="3" destOrd="0" presId="urn:microsoft.com/office/officeart/2018/2/layout/IconVerticalSolidList"/>
    <dgm:cxn modelId="{64DBEDC7-A5EC-48EC-9A50-5705EF9D0DF4}" type="presParOf" srcId="{B879AA78-33EF-4E4F-9E55-88BE496A5D63}" destId="{30D81D5E-AC30-40BE-8351-D329781EB644}" srcOrd="1" destOrd="0" presId="urn:microsoft.com/office/officeart/2018/2/layout/IconVerticalSolidList"/>
    <dgm:cxn modelId="{CF911A93-736D-47A4-B686-AD8084C88610}" type="presParOf" srcId="{B879AA78-33EF-4E4F-9E55-88BE496A5D63}" destId="{26ACF9EF-4901-45CF-956C-57E71A0CF7C1}" srcOrd="2" destOrd="0" presId="urn:microsoft.com/office/officeart/2018/2/layout/IconVerticalSolidList"/>
    <dgm:cxn modelId="{8C3021D8-72E3-4B0F-BC02-2509710D8625}" type="presParOf" srcId="{26ACF9EF-4901-45CF-956C-57E71A0CF7C1}" destId="{F8740A44-3992-4F41-A84B-B8026A6CC995}" srcOrd="0" destOrd="0" presId="urn:microsoft.com/office/officeart/2018/2/layout/IconVerticalSolidList"/>
    <dgm:cxn modelId="{163A6A86-4396-48EC-B621-3416963AC62F}" type="presParOf" srcId="{26ACF9EF-4901-45CF-956C-57E71A0CF7C1}" destId="{7D8F49B2-9439-4627-9B64-296D514C70BE}" srcOrd="1" destOrd="0" presId="urn:microsoft.com/office/officeart/2018/2/layout/IconVerticalSolidList"/>
    <dgm:cxn modelId="{7887DE98-334C-4D78-BA79-77EFDC486863}" type="presParOf" srcId="{26ACF9EF-4901-45CF-956C-57E71A0CF7C1}" destId="{A89B4493-E064-449A-9413-0096811B0BE3}" srcOrd="2" destOrd="0" presId="urn:microsoft.com/office/officeart/2018/2/layout/IconVerticalSolidList"/>
    <dgm:cxn modelId="{4712CC56-CF30-4A05-99BB-AA6E4976747B}" type="presParOf" srcId="{26ACF9EF-4901-45CF-956C-57E71A0CF7C1}" destId="{82CEDD7A-7000-4ADF-949A-D95ACBD89E94}"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4EA171C-C568-49F2-9517-0EDA71A19822}" type="doc">
      <dgm:prSet loTypeId="urn:microsoft.com/office/officeart/2005/8/layout/vProcess5" loCatId="process" qsTypeId="urn:microsoft.com/office/officeart/2005/8/quickstyle/simple2" qsCatId="simple" csTypeId="urn:microsoft.com/office/officeart/2005/8/colors/accent3_2" csCatId="accent3"/>
      <dgm:spPr/>
      <dgm:t>
        <a:bodyPr/>
        <a:lstStyle/>
        <a:p>
          <a:endParaRPr lang="en-US"/>
        </a:p>
      </dgm:t>
    </dgm:pt>
    <dgm:pt modelId="{A778C7CC-F410-4498-BF15-E1C29D55F5F1}">
      <dgm:prSet/>
      <dgm:spPr/>
      <dgm:t>
        <a:bodyPr/>
        <a:lstStyle/>
        <a:p>
          <a:pPr rtl="0"/>
          <a:r>
            <a:rPr lang="en-US">
              <a:latin typeface="Avenir Next LT Pro Light"/>
            </a:rPr>
            <a:t>We brainstormed ideas for perfect budget managing app, focusing on essential functions to make budgeting easy and intuitive</a:t>
          </a:r>
          <a:endParaRPr lang="en-US"/>
        </a:p>
      </dgm:t>
    </dgm:pt>
    <dgm:pt modelId="{1E4A58DA-7D18-461F-8129-DBDB216A81CB}" type="parTrans" cxnId="{C97DDDE5-46FC-4C24-B2DF-2F5815FC8FC9}">
      <dgm:prSet/>
      <dgm:spPr/>
      <dgm:t>
        <a:bodyPr/>
        <a:lstStyle/>
        <a:p>
          <a:endParaRPr lang="en-US"/>
        </a:p>
      </dgm:t>
    </dgm:pt>
    <dgm:pt modelId="{0FF5DA37-D360-429D-A41A-43227DDA1519}" type="sibTrans" cxnId="{C97DDDE5-46FC-4C24-B2DF-2F5815FC8FC9}">
      <dgm:prSet/>
      <dgm:spPr/>
      <dgm:t>
        <a:bodyPr/>
        <a:lstStyle/>
        <a:p>
          <a:endParaRPr lang="en-US"/>
        </a:p>
      </dgm:t>
    </dgm:pt>
    <dgm:pt modelId="{B848496A-E609-41F5-8ACF-3DD7A28BDFD0}">
      <dgm:prSet/>
      <dgm:spPr/>
      <dgm:t>
        <a:bodyPr/>
        <a:lstStyle/>
        <a:p>
          <a:pPr rtl="0"/>
          <a:r>
            <a:rPr lang="en-US">
              <a:latin typeface="Avenir Next LT Pro Light"/>
            </a:rPr>
            <a:t>Afterward, we created a mockup in Figma, resulting in a design that is both clear and visually appealing while remaining highly functional</a:t>
          </a:r>
          <a:endParaRPr lang="en-US"/>
        </a:p>
      </dgm:t>
    </dgm:pt>
    <dgm:pt modelId="{D0FE7273-9380-4C2F-9782-7A80806ECF45}" type="parTrans" cxnId="{BB200B96-88F4-45B2-BF9A-A7BB7FE5B093}">
      <dgm:prSet/>
      <dgm:spPr/>
      <dgm:t>
        <a:bodyPr/>
        <a:lstStyle/>
        <a:p>
          <a:endParaRPr lang="en-US"/>
        </a:p>
      </dgm:t>
    </dgm:pt>
    <dgm:pt modelId="{4F45340E-70AB-4FD7-A7C1-5420679557EF}" type="sibTrans" cxnId="{BB200B96-88F4-45B2-BF9A-A7BB7FE5B093}">
      <dgm:prSet/>
      <dgm:spPr/>
      <dgm:t>
        <a:bodyPr/>
        <a:lstStyle/>
        <a:p>
          <a:endParaRPr lang="en-US"/>
        </a:p>
      </dgm:t>
    </dgm:pt>
    <dgm:pt modelId="{B3106104-F567-42EA-B5B3-1DDB6D7C0B49}" type="pres">
      <dgm:prSet presAssocID="{04EA171C-C568-49F2-9517-0EDA71A19822}" presName="outerComposite" presStyleCnt="0">
        <dgm:presLayoutVars>
          <dgm:chMax val="5"/>
          <dgm:dir/>
          <dgm:resizeHandles val="exact"/>
        </dgm:presLayoutVars>
      </dgm:prSet>
      <dgm:spPr/>
    </dgm:pt>
    <dgm:pt modelId="{AEDC2903-4C0B-4EDD-9F2B-DFCF0112CCE1}" type="pres">
      <dgm:prSet presAssocID="{04EA171C-C568-49F2-9517-0EDA71A19822}" presName="dummyMaxCanvas" presStyleCnt="0">
        <dgm:presLayoutVars/>
      </dgm:prSet>
      <dgm:spPr/>
    </dgm:pt>
    <dgm:pt modelId="{F6FE161B-2BB7-496A-A828-129472FBE92E}" type="pres">
      <dgm:prSet presAssocID="{04EA171C-C568-49F2-9517-0EDA71A19822}" presName="TwoNodes_1" presStyleLbl="node1" presStyleIdx="0" presStyleCnt="2">
        <dgm:presLayoutVars>
          <dgm:bulletEnabled val="1"/>
        </dgm:presLayoutVars>
      </dgm:prSet>
      <dgm:spPr/>
    </dgm:pt>
    <dgm:pt modelId="{D367E611-AE04-424B-99C4-C6B2ED4F41E8}" type="pres">
      <dgm:prSet presAssocID="{04EA171C-C568-49F2-9517-0EDA71A19822}" presName="TwoNodes_2" presStyleLbl="node1" presStyleIdx="1" presStyleCnt="2">
        <dgm:presLayoutVars>
          <dgm:bulletEnabled val="1"/>
        </dgm:presLayoutVars>
      </dgm:prSet>
      <dgm:spPr/>
    </dgm:pt>
    <dgm:pt modelId="{40F04528-F98E-4737-B343-C6CB4E23C279}" type="pres">
      <dgm:prSet presAssocID="{04EA171C-C568-49F2-9517-0EDA71A19822}" presName="TwoConn_1-2" presStyleLbl="fgAccFollowNode1" presStyleIdx="0" presStyleCnt="1">
        <dgm:presLayoutVars>
          <dgm:bulletEnabled val="1"/>
        </dgm:presLayoutVars>
      </dgm:prSet>
      <dgm:spPr/>
    </dgm:pt>
    <dgm:pt modelId="{71776301-E391-4B8B-B0C7-8DB585FA35AB}" type="pres">
      <dgm:prSet presAssocID="{04EA171C-C568-49F2-9517-0EDA71A19822}" presName="TwoNodes_1_text" presStyleLbl="node1" presStyleIdx="1" presStyleCnt="2">
        <dgm:presLayoutVars>
          <dgm:bulletEnabled val="1"/>
        </dgm:presLayoutVars>
      </dgm:prSet>
      <dgm:spPr/>
    </dgm:pt>
    <dgm:pt modelId="{E7BC65BA-66CF-4D28-963C-61D9A5B677EA}" type="pres">
      <dgm:prSet presAssocID="{04EA171C-C568-49F2-9517-0EDA71A19822}" presName="TwoNodes_2_text" presStyleLbl="node1" presStyleIdx="1" presStyleCnt="2">
        <dgm:presLayoutVars>
          <dgm:bulletEnabled val="1"/>
        </dgm:presLayoutVars>
      </dgm:prSet>
      <dgm:spPr/>
    </dgm:pt>
  </dgm:ptLst>
  <dgm:cxnLst>
    <dgm:cxn modelId="{66A56C1B-C4DE-4824-95C0-A050AA45DAB5}" type="presOf" srcId="{A778C7CC-F410-4498-BF15-E1C29D55F5F1}" destId="{F6FE161B-2BB7-496A-A828-129472FBE92E}" srcOrd="0" destOrd="0" presId="urn:microsoft.com/office/officeart/2005/8/layout/vProcess5"/>
    <dgm:cxn modelId="{6EAE632C-CD72-499C-B97A-08D3AAD2C028}" type="presOf" srcId="{0FF5DA37-D360-429D-A41A-43227DDA1519}" destId="{40F04528-F98E-4737-B343-C6CB4E23C279}" srcOrd="0" destOrd="0" presId="urn:microsoft.com/office/officeart/2005/8/layout/vProcess5"/>
    <dgm:cxn modelId="{0C6D8D31-56C0-4DA1-8429-8F48C840DC99}" type="presOf" srcId="{A778C7CC-F410-4498-BF15-E1C29D55F5F1}" destId="{71776301-E391-4B8B-B0C7-8DB585FA35AB}" srcOrd="1" destOrd="0" presId="urn:microsoft.com/office/officeart/2005/8/layout/vProcess5"/>
    <dgm:cxn modelId="{BB200B96-88F4-45B2-BF9A-A7BB7FE5B093}" srcId="{04EA171C-C568-49F2-9517-0EDA71A19822}" destId="{B848496A-E609-41F5-8ACF-3DD7A28BDFD0}" srcOrd="1" destOrd="0" parTransId="{D0FE7273-9380-4C2F-9782-7A80806ECF45}" sibTransId="{4F45340E-70AB-4FD7-A7C1-5420679557EF}"/>
    <dgm:cxn modelId="{43A1B1BE-23F3-4044-B4EF-24228CF7F191}" type="presOf" srcId="{B848496A-E609-41F5-8ACF-3DD7A28BDFD0}" destId="{E7BC65BA-66CF-4D28-963C-61D9A5B677EA}" srcOrd="1" destOrd="0" presId="urn:microsoft.com/office/officeart/2005/8/layout/vProcess5"/>
    <dgm:cxn modelId="{FF0ECABF-94B2-4C55-98B7-9D4C3473752E}" type="presOf" srcId="{B848496A-E609-41F5-8ACF-3DD7A28BDFD0}" destId="{D367E611-AE04-424B-99C4-C6B2ED4F41E8}" srcOrd="0" destOrd="0" presId="urn:microsoft.com/office/officeart/2005/8/layout/vProcess5"/>
    <dgm:cxn modelId="{824479DC-4A47-4848-81CF-EC98DCB14904}" type="presOf" srcId="{04EA171C-C568-49F2-9517-0EDA71A19822}" destId="{B3106104-F567-42EA-B5B3-1DDB6D7C0B49}" srcOrd="0" destOrd="0" presId="urn:microsoft.com/office/officeart/2005/8/layout/vProcess5"/>
    <dgm:cxn modelId="{C97DDDE5-46FC-4C24-B2DF-2F5815FC8FC9}" srcId="{04EA171C-C568-49F2-9517-0EDA71A19822}" destId="{A778C7CC-F410-4498-BF15-E1C29D55F5F1}" srcOrd="0" destOrd="0" parTransId="{1E4A58DA-7D18-461F-8129-DBDB216A81CB}" sibTransId="{0FF5DA37-D360-429D-A41A-43227DDA1519}"/>
    <dgm:cxn modelId="{E08A524A-4E48-40A2-94D0-54D98C4ACA08}" type="presParOf" srcId="{B3106104-F567-42EA-B5B3-1DDB6D7C0B49}" destId="{AEDC2903-4C0B-4EDD-9F2B-DFCF0112CCE1}" srcOrd="0" destOrd="0" presId="urn:microsoft.com/office/officeart/2005/8/layout/vProcess5"/>
    <dgm:cxn modelId="{2274233F-05A6-4831-A0F8-3F9E38944817}" type="presParOf" srcId="{B3106104-F567-42EA-B5B3-1DDB6D7C0B49}" destId="{F6FE161B-2BB7-496A-A828-129472FBE92E}" srcOrd="1" destOrd="0" presId="urn:microsoft.com/office/officeart/2005/8/layout/vProcess5"/>
    <dgm:cxn modelId="{31DB1C3D-C648-4D8B-A2C0-7830FF5174B3}" type="presParOf" srcId="{B3106104-F567-42EA-B5B3-1DDB6D7C0B49}" destId="{D367E611-AE04-424B-99C4-C6B2ED4F41E8}" srcOrd="2" destOrd="0" presId="urn:microsoft.com/office/officeart/2005/8/layout/vProcess5"/>
    <dgm:cxn modelId="{58D1B451-0511-4D59-9B10-6E729194963F}" type="presParOf" srcId="{B3106104-F567-42EA-B5B3-1DDB6D7C0B49}" destId="{40F04528-F98E-4737-B343-C6CB4E23C279}" srcOrd="3" destOrd="0" presId="urn:microsoft.com/office/officeart/2005/8/layout/vProcess5"/>
    <dgm:cxn modelId="{2AF3D5B8-531E-4E2F-939F-DC152D8D5565}" type="presParOf" srcId="{B3106104-F567-42EA-B5B3-1DDB6D7C0B49}" destId="{71776301-E391-4B8B-B0C7-8DB585FA35AB}" srcOrd="4" destOrd="0" presId="urn:microsoft.com/office/officeart/2005/8/layout/vProcess5"/>
    <dgm:cxn modelId="{2D7229C9-6121-4C36-9D5E-119578B3A53C}" type="presParOf" srcId="{B3106104-F567-42EA-B5B3-1DDB6D7C0B49}" destId="{E7BC65BA-66CF-4D28-963C-61D9A5B677EA}" srcOrd="5" destOrd="0" presId="urn:microsoft.com/office/officeart/2005/8/layout/vProcess5"/>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B0A12BF-E5F9-4804-9A22-CB09C0611AB7}">
      <dsp:nvSpPr>
        <dsp:cNvPr id="0" name=""/>
        <dsp:cNvSpPr/>
      </dsp:nvSpPr>
      <dsp:spPr>
        <a:xfrm>
          <a:off x="0" y="645303"/>
          <a:ext cx="10598150" cy="1191330"/>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87FB3F9-D6A4-4570-8477-983474174079}">
      <dsp:nvSpPr>
        <dsp:cNvPr id="0" name=""/>
        <dsp:cNvSpPr/>
      </dsp:nvSpPr>
      <dsp:spPr>
        <a:xfrm>
          <a:off x="360377" y="913353"/>
          <a:ext cx="655231" cy="65523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C5D03A8-550E-4FFC-9759-A6B46423B011}">
      <dsp:nvSpPr>
        <dsp:cNvPr id="0" name=""/>
        <dsp:cNvSpPr/>
      </dsp:nvSpPr>
      <dsp:spPr>
        <a:xfrm>
          <a:off x="1375986" y="645303"/>
          <a:ext cx="9222163" cy="11913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6082" tIns="126082" rIns="126082" bIns="126082" numCol="1" spcCol="1270" anchor="ctr" anchorCtr="0">
          <a:noAutofit/>
        </a:bodyPr>
        <a:lstStyle/>
        <a:p>
          <a:pPr marL="0" lvl="0" indent="0" algn="l" defTabSz="711200">
            <a:lnSpc>
              <a:spcPct val="90000"/>
            </a:lnSpc>
            <a:spcBef>
              <a:spcPct val="0"/>
            </a:spcBef>
            <a:spcAft>
              <a:spcPct val="35000"/>
            </a:spcAft>
            <a:buNone/>
          </a:pPr>
          <a:r>
            <a:rPr lang="en-US" sz="1600" kern="1200"/>
            <a:t>Students, compared to others, often have less than average income, that is why knowing how to spend their money is even more important. Our team spent countless weeks on improving our app, we added, changed and deleted stuff over and over, for the best user experience ever.</a:t>
          </a:r>
        </a:p>
      </dsp:txBody>
      <dsp:txXfrm>
        <a:off x="1375986" y="645303"/>
        <a:ext cx="9222163" cy="1191330"/>
      </dsp:txXfrm>
    </dsp:sp>
    <dsp:sp modelId="{F8740A44-3992-4F41-A84B-B8026A6CC995}">
      <dsp:nvSpPr>
        <dsp:cNvPr id="0" name=""/>
        <dsp:cNvSpPr/>
      </dsp:nvSpPr>
      <dsp:spPr>
        <a:xfrm>
          <a:off x="0" y="2134466"/>
          <a:ext cx="10598150" cy="1191330"/>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D8F49B2-9439-4627-9B64-296D514C70BE}">
      <dsp:nvSpPr>
        <dsp:cNvPr id="0" name=""/>
        <dsp:cNvSpPr/>
      </dsp:nvSpPr>
      <dsp:spPr>
        <a:xfrm>
          <a:off x="360377" y="2402516"/>
          <a:ext cx="655231" cy="65523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2CEDD7A-7000-4ADF-949A-D95ACBD89E94}">
      <dsp:nvSpPr>
        <dsp:cNvPr id="0" name=""/>
        <dsp:cNvSpPr/>
      </dsp:nvSpPr>
      <dsp:spPr>
        <a:xfrm>
          <a:off x="1375986" y="2134466"/>
          <a:ext cx="9222163" cy="11913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6082" tIns="126082" rIns="126082" bIns="126082" numCol="1" spcCol="1270" anchor="ctr" anchorCtr="0">
          <a:noAutofit/>
        </a:bodyPr>
        <a:lstStyle/>
        <a:p>
          <a:pPr marL="0" lvl="0" indent="0" algn="l" defTabSz="711200">
            <a:lnSpc>
              <a:spcPct val="90000"/>
            </a:lnSpc>
            <a:spcBef>
              <a:spcPct val="0"/>
            </a:spcBef>
            <a:spcAft>
              <a:spcPct val="35000"/>
            </a:spcAft>
            <a:buNone/>
          </a:pPr>
          <a:r>
            <a:rPr lang="en-US" sz="1600" kern="1200"/>
            <a:t>Our budget managing dashboard will help students out. Take advantage of it anywhere and anytime! Using an app on your phone or website on your laptop/desktop. </a:t>
          </a:r>
        </a:p>
      </dsp:txBody>
      <dsp:txXfrm>
        <a:off x="1375986" y="2134466"/>
        <a:ext cx="9222163" cy="119133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6FE161B-2BB7-496A-A828-129472FBE92E}">
      <dsp:nvSpPr>
        <dsp:cNvPr id="0" name=""/>
        <dsp:cNvSpPr/>
      </dsp:nvSpPr>
      <dsp:spPr>
        <a:xfrm>
          <a:off x="0" y="0"/>
          <a:ext cx="4873495" cy="1690497"/>
        </a:xfrm>
        <a:prstGeom prst="roundRect">
          <a:avLst>
            <a:gd name="adj" fmla="val 10000"/>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rtl="0">
            <a:lnSpc>
              <a:spcPct val="90000"/>
            </a:lnSpc>
            <a:spcBef>
              <a:spcPct val="0"/>
            </a:spcBef>
            <a:spcAft>
              <a:spcPct val="35000"/>
            </a:spcAft>
            <a:buNone/>
          </a:pPr>
          <a:r>
            <a:rPr lang="en-US" sz="1700" kern="1200">
              <a:latin typeface="Avenir Next LT Pro Light"/>
            </a:rPr>
            <a:t>We brainstormed ideas for perfect budget managing app, focusing on essential functions to make budgeting easy and intuitive</a:t>
          </a:r>
          <a:endParaRPr lang="en-US" sz="1700" kern="1200"/>
        </a:p>
      </dsp:txBody>
      <dsp:txXfrm>
        <a:off x="49513" y="49513"/>
        <a:ext cx="3126234" cy="1591471"/>
      </dsp:txXfrm>
    </dsp:sp>
    <dsp:sp modelId="{D367E611-AE04-424B-99C4-C6B2ED4F41E8}">
      <dsp:nvSpPr>
        <dsp:cNvPr id="0" name=""/>
        <dsp:cNvSpPr/>
      </dsp:nvSpPr>
      <dsp:spPr>
        <a:xfrm>
          <a:off x="860028" y="2066163"/>
          <a:ext cx="4873495" cy="1690497"/>
        </a:xfrm>
        <a:prstGeom prst="roundRect">
          <a:avLst>
            <a:gd name="adj" fmla="val 10000"/>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rtl="0">
            <a:lnSpc>
              <a:spcPct val="90000"/>
            </a:lnSpc>
            <a:spcBef>
              <a:spcPct val="0"/>
            </a:spcBef>
            <a:spcAft>
              <a:spcPct val="35000"/>
            </a:spcAft>
            <a:buNone/>
          </a:pPr>
          <a:r>
            <a:rPr lang="en-US" sz="1700" kern="1200">
              <a:latin typeface="Avenir Next LT Pro Light"/>
            </a:rPr>
            <a:t>Afterward, we created a mockup in Figma, resulting in a design that is both clear and visually appealing while remaining highly functional</a:t>
          </a:r>
          <a:endParaRPr lang="en-US" sz="1700" kern="1200"/>
        </a:p>
      </dsp:txBody>
      <dsp:txXfrm>
        <a:off x="909541" y="2115676"/>
        <a:ext cx="2815617" cy="1591471"/>
      </dsp:txXfrm>
    </dsp:sp>
    <dsp:sp modelId="{40F04528-F98E-4737-B343-C6CB4E23C279}">
      <dsp:nvSpPr>
        <dsp:cNvPr id="0" name=""/>
        <dsp:cNvSpPr/>
      </dsp:nvSpPr>
      <dsp:spPr>
        <a:xfrm>
          <a:off x="3774672" y="1328918"/>
          <a:ext cx="1098823" cy="1098823"/>
        </a:xfrm>
        <a:prstGeom prst="downArrow">
          <a:avLst>
            <a:gd name="adj1" fmla="val 55000"/>
            <a:gd name="adj2" fmla="val 45000"/>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4021907" y="1328918"/>
        <a:ext cx="604353" cy="826864"/>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5185BB-8B07-4DC9-86F3-2A225C77748D}"/>
              </a:ext>
            </a:extLst>
          </p:cNvPr>
          <p:cNvSpPr>
            <a:spLocks noGrp="1"/>
          </p:cNvSpPr>
          <p:nvPr>
            <p:ph type="ctrTitle"/>
          </p:nvPr>
        </p:nvSpPr>
        <p:spPr>
          <a:xfrm>
            <a:off x="1600200" y="1261872"/>
            <a:ext cx="7638222" cy="2852928"/>
          </a:xfrm>
        </p:spPr>
        <p:txBody>
          <a:bodyPr anchor="b">
            <a:normAutofit/>
          </a:bodyPr>
          <a:lstStyle>
            <a:lvl1pPr algn="l">
              <a:lnSpc>
                <a:spcPct val="130000"/>
              </a:lnSpc>
              <a:defRPr sz="3600" spc="1300" baseline="0"/>
            </a:lvl1pPr>
          </a:lstStyle>
          <a:p>
            <a:r>
              <a:rPr lang="en-US"/>
              <a:t>Click to edit Master title style</a:t>
            </a:r>
          </a:p>
        </p:txBody>
      </p:sp>
      <p:sp>
        <p:nvSpPr>
          <p:cNvPr id="3" name="Subtitle 2">
            <a:extLst>
              <a:ext uri="{FF2B5EF4-FFF2-40B4-BE49-F238E27FC236}">
                <a16:creationId xmlns:a16="http://schemas.microsoft.com/office/drawing/2014/main" id="{514D496A-6E7A-4923-8ED5-B4164125DEB6}"/>
              </a:ext>
            </a:extLst>
          </p:cNvPr>
          <p:cNvSpPr>
            <a:spLocks noGrp="1"/>
          </p:cNvSpPr>
          <p:nvPr>
            <p:ph type="subTitle" idx="1"/>
          </p:nvPr>
        </p:nvSpPr>
        <p:spPr>
          <a:xfrm>
            <a:off x="1600200" y="4681728"/>
            <a:ext cx="7638222" cy="929296"/>
          </a:xfrm>
          <a:prstGeom prst="rect">
            <a:avLst/>
          </a:prstGeom>
        </p:spPr>
        <p:txBody>
          <a:bodyPr>
            <a:normAutofit/>
          </a:bodyPr>
          <a:lstStyle>
            <a:lvl1pPr marL="0" indent="0" algn="l">
              <a:lnSpc>
                <a:spcPct val="130000"/>
              </a:lnSpc>
              <a:buNone/>
              <a:defRPr sz="1600" b="1" cap="all" spc="6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F5E3D20-43DC-4C14-8CFF-18545AED1B5B}"/>
              </a:ext>
            </a:extLst>
          </p:cNvPr>
          <p:cNvSpPr>
            <a:spLocks noGrp="1"/>
          </p:cNvSpPr>
          <p:nvPr>
            <p:ph type="dt" sz="half" idx="10"/>
          </p:nvPr>
        </p:nvSpPr>
        <p:spPr/>
        <p:txBody>
          <a:bodyPr/>
          <a:lstStyle/>
          <a:p>
            <a:fld id="{E6171E64-FE02-4DE5-B72F-53C3706641C3}" type="datetimeFigureOut">
              <a:rPr lang="en-US" smtClean="0"/>
              <a:t>11/15/2024</a:t>
            </a:fld>
            <a:endParaRPr lang="en-US"/>
          </a:p>
        </p:txBody>
      </p:sp>
      <p:sp>
        <p:nvSpPr>
          <p:cNvPr id="5" name="Footer Placeholder 4">
            <a:extLst>
              <a:ext uri="{FF2B5EF4-FFF2-40B4-BE49-F238E27FC236}">
                <a16:creationId xmlns:a16="http://schemas.microsoft.com/office/drawing/2014/main" id="{E34FC300-5AFC-418B-85FD-EFA94BD7AF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9C7E81-ED3C-4DB0-8E74-AD2A87E6BE8A}"/>
              </a:ext>
            </a:extLst>
          </p:cNvPr>
          <p:cNvSpPr>
            <a:spLocks noGrp="1"/>
          </p:cNvSpPr>
          <p:nvPr>
            <p:ph type="sldNum" sz="quarter" idx="12"/>
          </p:nvPr>
        </p:nvSpPr>
        <p:spPr/>
        <p:txBody>
          <a:bodyPr/>
          <a:lstStyle/>
          <a:p>
            <a:fld id="{91F18EF7-BE1E-4ECB-84D4-67C2B4D8F095}" type="slidenum">
              <a:rPr lang="en-US" smtClean="0"/>
              <a:t>‹#›</a:t>
            </a:fld>
            <a:endParaRPr lang="en-US"/>
          </a:p>
        </p:txBody>
      </p:sp>
      <p:grpSp>
        <p:nvGrpSpPr>
          <p:cNvPr id="7" name="Group 6">
            <a:extLst>
              <a:ext uri="{FF2B5EF4-FFF2-40B4-BE49-F238E27FC236}">
                <a16:creationId xmlns:a16="http://schemas.microsoft.com/office/drawing/2014/main" id="{F0C817C9-850F-4FB6-B93B-CF3076C4A5C1}"/>
              </a:ext>
            </a:extLst>
          </p:cNvPr>
          <p:cNvGrpSpPr/>
          <p:nvPr/>
        </p:nvGrpSpPr>
        <p:grpSpPr>
          <a:xfrm flipH="1">
            <a:off x="0" y="0"/>
            <a:ext cx="567782" cy="3306479"/>
            <a:chOff x="11619770" y="-2005"/>
            <a:chExt cx="567782" cy="3306479"/>
          </a:xfrm>
        </p:grpSpPr>
        <p:sp>
          <p:nvSpPr>
            <p:cNvPr id="8" name="Freeform: Shape 7">
              <a:extLst>
                <a:ext uri="{FF2B5EF4-FFF2-40B4-BE49-F238E27FC236}">
                  <a16:creationId xmlns:a16="http://schemas.microsoft.com/office/drawing/2014/main" id="{159433A8-B67D-4675-AFDE-131069A709FC}"/>
                </a:ext>
              </a:extLst>
            </p:cNvPr>
            <p:cNvSpPr/>
            <p:nvPr/>
          </p:nvSpPr>
          <p:spPr>
            <a:xfrm flipV="1">
              <a:off x="11619770" y="373807"/>
              <a:ext cx="526228" cy="2930667"/>
            </a:xfrm>
            <a:custGeom>
              <a:avLst/>
              <a:gdLst>
                <a:gd name="connsiteX0" fmla="*/ 757287 w 757287"/>
                <a:gd name="connsiteY0" fmla="*/ 3694096 h 3694096"/>
                <a:gd name="connsiteX1" fmla="*/ 757287 w 757287"/>
                <a:gd name="connsiteY1" fmla="*/ 0 h 3694096"/>
                <a:gd name="connsiteX2" fmla="*/ 0 w 757287"/>
                <a:gd name="connsiteY2" fmla="*/ 0 h 3694096"/>
                <a:gd name="connsiteX3" fmla="*/ 0 w 757287"/>
                <a:gd name="connsiteY3" fmla="*/ 3686094 h 3694096"/>
              </a:gdLst>
              <a:ahLst/>
              <a:cxnLst>
                <a:cxn ang="0">
                  <a:pos x="connsiteX0" y="connsiteY0"/>
                </a:cxn>
                <a:cxn ang="0">
                  <a:pos x="connsiteX1" y="connsiteY1"/>
                </a:cxn>
                <a:cxn ang="0">
                  <a:pos x="connsiteX2" y="connsiteY2"/>
                </a:cxn>
                <a:cxn ang="0">
                  <a:pos x="connsiteX3" y="connsiteY3"/>
                </a:cxn>
              </a:cxnLst>
              <a:rect l="l" t="t" r="r" b="b"/>
              <a:pathLst>
                <a:path w="757287" h="3694096">
                  <a:moveTo>
                    <a:pt x="757287" y="3694096"/>
                  </a:moveTo>
                  <a:lnTo>
                    <a:pt x="757287" y="0"/>
                  </a:lnTo>
                  <a:lnTo>
                    <a:pt x="0" y="0"/>
                  </a:lnTo>
                  <a:lnTo>
                    <a:pt x="0" y="3686094"/>
                  </a:lnTo>
                  <a:close/>
                </a:path>
              </a:pathLst>
            </a:custGeom>
            <a:blipFill dpi="0" rotWithShape="1">
              <a:blip r:embed="rId2">
                <a:extLst>
                  <a:ext uri="{96DAC541-7B7A-43D3-8B79-37D633B846F1}">
                    <asvg:svgBlip xmlns:asvg="http://schemas.microsoft.com/office/drawing/2016/SVG/main" r:embed="rId3"/>
                  </a:ext>
                </a:extLst>
              </a:blip>
              <a:srcRect/>
              <a:tile tx="0" ty="0" sx="6000" sy="6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Rectangle 8">
              <a:extLst>
                <a:ext uri="{FF2B5EF4-FFF2-40B4-BE49-F238E27FC236}">
                  <a16:creationId xmlns:a16="http://schemas.microsoft.com/office/drawing/2014/main" id="{E1CD1C45-6A4D-4237-B39C-2D58F401A8C5}"/>
                </a:ext>
                <a:ext uri="{C183D7F6-B498-43B3-948B-1728B52AA6E4}">
                  <adec:decorative xmlns:adec="http://schemas.microsoft.com/office/drawing/2017/decorative" val="1"/>
                </a:ext>
              </a:extLst>
            </p:cNvPr>
            <p:cNvSpPr/>
            <p:nvPr/>
          </p:nvSpPr>
          <p:spPr>
            <a:xfrm flipH="1" flipV="1">
              <a:off x="11980943" y="-2005"/>
              <a:ext cx="206609" cy="20213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7616244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B25F8D-0421-4AEC-9C40-A13163EC8AF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2037680-115A-411F-AEF6-4AC2096B4A70}"/>
              </a:ext>
            </a:extLst>
          </p:cNvPr>
          <p:cNvSpPr>
            <a:spLocks noGrp="1"/>
          </p:cNvSpPr>
          <p:nvPr>
            <p:ph idx="1"/>
          </p:nvPr>
        </p:nvSpPr>
        <p:spPr>
          <a:xfrm>
            <a:off x="808662" y="2019299"/>
            <a:ext cx="10357666" cy="4114801"/>
          </a:xfrm>
          <a:prstGeom prst="rect">
            <a:avLst/>
          </a:prstGeo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0CC193-1304-4D0F-8331-14D4EC08EFE8}"/>
              </a:ext>
            </a:extLst>
          </p:cNvPr>
          <p:cNvSpPr>
            <a:spLocks noGrp="1"/>
          </p:cNvSpPr>
          <p:nvPr>
            <p:ph type="dt" sz="half" idx="10"/>
          </p:nvPr>
        </p:nvSpPr>
        <p:spPr/>
        <p:txBody>
          <a:bodyPr/>
          <a:lstStyle/>
          <a:p>
            <a:fld id="{E6171E64-FE02-4DE5-B72F-53C3706641C3}" type="datetimeFigureOut">
              <a:rPr lang="en-US" smtClean="0"/>
              <a:t>11/15/2024</a:t>
            </a:fld>
            <a:endParaRPr lang="en-US"/>
          </a:p>
        </p:txBody>
      </p:sp>
      <p:sp>
        <p:nvSpPr>
          <p:cNvPr id="5" name="Footer Placeholder 4">
            <a:extLst>
              <a:ext uri="{FF2B5EF4-FFF2-40B4-BE49-F238E27FC236}">
                <a16:creationId xmlns:a16="http://schemas.microsoft.com/office/drawing/2014/main" id="{0AF455C1-CD32-4050-BAFF-51CC6B62DF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0AF608-FF11-4CBE-B717-5D56AE67DDE1}"/>
              </a:ext>
            </a:extLst>
          </p:cNvPr>
          <p:cNvSpPr>
            <a:spLocks noGrp="1"/>
          </p:cNvSpPr>
          <p:nvPr>
            <p:ph type="sldNum" sz="quarter" idx="12"/>
          </p:nvPr>
        </p:nvSpPr>
        <p:spPr/>
        <p:txBody>
          <a:bodyPr/>
          <a:lstStyle/>
          <a:p>
            <a:fld id="{91F18EF7-BE1E-4ECB-84D4-67C2B4D8F095}" type="slidenum">
              <a:rPr lang="en-US" smtClean="0"/>
              <a:t>‹#›</a:t>
            </a:fld>
            <a:endParaRPr lang="en-US"/>
          </a:p>
        </p:txBody>
      </p:sp>
    </p:spTree>
    <p:extLst>
      <p:ext uri="{BB962C8B-B14F-4D97-AF65-F5344CB8AC3E}">
        <p14:creationId xmlns:p14="http://schemas.microsoft.com/office/powerpoint/2010/main" val="29679007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8" name="Oval 7">
            <a:extLst>
              <a:ext uri="{FF2B5EF4-FFF2-40B4-BE49-F238E27FC236}">
                <a16:creationId xmlns:a16="http://schemas.microsoft.com/office/drawing/2014/main" id="{BD23A02E-6DCF-427A-8CFD-281B2185C7F0}"/>
              </a:ext>
            </a:extLst>
          </p:cNvPr>
          <p:cNvSpPr/>
          <p:nvPr/>
        </p:nvSpPr>
        <p:spPr>
          <a:xfrm>
            <a:off x="3242985" y="511814"/>
            <a:ext cx="5706031" cy="5706031"/>
          </a:xfrm>
          <a:prstGeom prst="ellipse">
            <a:avLst/>
          </a:prstGeom>
          <a:solidFill>
            <a:schemeClr val="accent1">
              <a:lumMod val="20000"/>
              <a:lumOff val="80000"/>
            </a:schemeClr>
          </a:solidFill>
          <a:ln>
            <a:noFill/>
          </a:ln>
          <a:effectLst>
            <a:outerShdw dist="165100" dir="2220000" algn="tr" rotWithShape="0">
              <a:schemeClr val="tx1"/>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F6B4C32-F19C-44F3-8EF8-1F506D74DD7A}"/>
              </a:ext>
            </a:extLst>
          </p:cNvPr>
          <p:cNvSpPr>
            <a:spLocks noGrp="1"/>
          </p:cNvSpPr>
          <p:nvPr>
            <p:ph type="title"/>
          </p:nvPr>
        </p:nvSpPr>
        <p:spPr>
          <a:xfrm>
            <a:off x="3649192" y="1709738"/>
            <a:ext cx="4893617" cy="2553893"/>
          </a:xfrm>
        </p:spPr>
        <p:txBody>
          <a:bodyPr anchor="b">
            <a:normAutofit/>
          </a:bodyPr>
          <a:lstStyle>
            <a:lvl1pPr algn="ctr">
              <a:defRPr sz="3600"/>
            </a:lvl1pPr>
          </a:lstStyle>
          <a:p>
            <a:r>
              <a:rPr lang="en-US"/>
              <a:t>Click to edit Master title style</a:t>
            </a:r>
          </a:p>
        </p:txBody>
      </p:sp>
      <p:sp>
        <p:nvSpPr>
          <p:cNvPr id="3" name="Text Placeholder 2">
            <a:extLst>
              <a:ext uri="{FF2B5EF4-FFF2-40B4-BE49-F238E27FC236}">
                <a16:creationId xmlns:a16="http://schemas.microsoft.com/office/drawing/2014/main" id="{B0889729-131C-4F78-9DAA-E9EE28EA912F}"/>
              </a:ext>
            </a:extLst>
          </p:cNvPr>
          <p:cNvSpPr>
            <a:spLocks noGrp="1"/>
          </p:cNvSpPr>
          <p:nvPr>
            <p:ph type="body" idx="1"/>
          </p:nvPr>
        </p:nvSpPr>
        <p:spPr>
          <a:xfrm>
            <a:off x="4062249" y="4540468"/>
            <a:ext cx="4067503" cy="1154037"/>
          </a:xfrm>
          <a:prstGeom prst="rect">
            <a:avLst/>
          </a:prstGeom>
        </p:spPr>
        <p:txBody>
          <a:bodyPr>
            <a:normAutofit/>
          </a:bodyPr>
          <a:lstStyle>
            <a:lvl1pPr marL="0" indent="0" algn="ctr">
              <a:buNone/>
              <a:defRPr sz="1600" b="1" cap="all" spc="600" baseline="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924E608-AC1F-41FB-974A-BD619C6C26B5}"/>
              </a:ext>
            </a:extLst>
          </p:cNvPr>
          <p:cNvSpPr>
            <a:spLocks noGrp="1"/>
          </p:cNvSpPr>
          <p:nvPr>
            <p:ph type="dt" sz="half" idx="10"/>
          </p:nvPr>
        </p:nvSpPr>
        <p:spPr/>
        <p:txBody>
          <a:bodyPr/>
          <a:lstStyle/>
          <a:p>
            <a:fld id="{E6171E64-FE02-4DE5-B72F-53C3706641C3}" type="datetimeFigureOut">
              <a:rPr lang="en-US" smtClean="0"/>
              <a:t>11/15/2024</a:t>
            </a:fld>
            <a:endParaRPr lang="en-US"/>
          </a:p>
        </p:txBody>
      </p:sp>
      <p:sp>
        <p:nvSpPr>
          <p:cNvPr id="5" name="Footer Placeholder 4">
            <a:extLst>
              <a:ext uri="{FF2B5EF4-FFF2-40B4-BE49-F238E27FC236}">
                <a16:creationId xmlns:a16="http://schemas.microsoft.com/office/drawing/2014/main" id="{C0986158-8B03-45C3-891D-0357B198B6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C3B054-E8A2-43FD-B0FB-B1CCFA4BC0AD}"/>
              </a:ext>
            </a:extLst>
          </p:cNvPr>
          <p:cNvSpPr>
            <a:spLocks noGrp="1"/>
          </p:cNvSpPr>
          <p:nvPr>
            <p:ph type="sldNum" sz="quarter" idx="12"/>
          </p:nvPr>
        </p:nvSpPr>
        <p:spPr/>
        <p:txBody>
          <a:bodyPr/>
          <a:lstStyle/>
          <a:p>
            <a:fld id="{91F18EF7-BE1E-4ECB-84D4-67C2B4D8F095}" type="slidenum">
              <a:rPr lang="en-US" smtClean="0"/>
              <a:t>‹#›</a:t>
            </a:fld>
            <a:endParaRPr lang="en-US"/>
          </a:p>
        </p:txBody>
      </p:sp>
    </p:spTree>
    <p:extLst>
      <p:ext uri="{BB962C8B-B14F-4D97-AF65-F5344CB8AC3E}">
        <p14:creationId xmlns:p14="http://schemas.microsoft.com/office/powerpoint/2010/main" val="36823787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64AA7-6D5A-402E-AD1A-880F2BDB7EE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70D32B6-F9D8-4A43-B52C-336CFAB00A56}"/>
              </a:ext>
            </a:extLst>
          </p:cNvPr>
          <p:cNvSpPr>
            <a:spLocks noGrp="1"/>
          </p:cNvSpPr>
          <p:nvPr>
            <p:ph sz="half" idx="1"/>
          </p:nvPr>
        </p:nvSpPr>
        <p:spPr>
          <a:xfrm>
            <a:off x="812976" y="2019299"/>
            <a:ext cx="4995019" cy="4157663"/>
          </a:xfrm>
          <a:prstGeom prst="rect">
            <a:avLst/>
          </a:prstGeo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F50CDD9-5742-4A34-BA72-7CCA72D914F4}"/>
              </a:ext>
            </a:extLst>
          </p:cNvPr>
          <p:cNvSpPr>
            <a:spLocks noGrp="1"/>
          </p:cNvSpPr>
          <p:nvPr>
            <p:ph sz="half" idx="2"/>
          </p:nvPr>
        </p:nvSpPr>
        <p:spPr>
          <a:xfrm>
            <a:off x="6293718" y="2019299"/>
            <a:ext cx="5027954" cy="4157663"/>
          </a:xfrm>
          <a:prstGeom prst="rect">
            <a:avLst/>
          </a:prstGeo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02783AA-D2AB-4385-A91F-870CB6564611}"/>
              </a:ext>
            </a:extLst>
          </p:cNvPr>
          <p:cNvSpPr>
            <a:spLocks noGrp="1"/>
          </p:cNvSpPr>
          <p:nvPr>
            <p:ph type="dt" sz="half" idx="10"/>
          </p:nvPr>
        </p:nvSpPr>
        <p:spPr/>
        <p:txBody>
          <a:bodyPr/>
          <a:lstStyle/>
          <a:p>
            <a:fld id="{E6171E64-FE02-4DE5-B72F-53C3706641C3}" type="datetimeFigureOut">
              <a:rPr lang="en-US" smtClean="0"/>
              <a:t>11/15/2024</a:t>
            </a:fld>
            <a:endParaRPr lang="en-US"/>
          </a:p>
        </p:txBody>
      </p:sp>
      <p:sp>
        <p:nvSpPr>
          <p:cNvPr id="6" name="Footer Placeholder 5">
            <a:extLst>
              <a:ext uri="{FF2B5EF4-FFF2-40B4-BE49-F238E27FC236}">
                <a16:creationId xmlns:a16="http://schemas.microsoft.com/office/drawing/2014/main" id="{855AAD9C-5CA2-4DA1-84D3-B1838979F61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1AB3C7-9574-47BC-932D-782BEE9989DA}"/>
              </a:ext>
            </a:extLst>
          </p:cNvPr>
          <p:cNvSpPr>
            <a:spLocks noGrp="1"/>
          </p:cNvSpPr>
          <p:nvPr>
            <p:ph type="sldNum" sz="quarter" idx="12"/>
          </p:nvPr>
        </p:nvSpPr>
        <p:spPr/>
        <p:txBody>
          <a:bodyPr/>
          <a:lstStyle/>
          <a:p>
            <a:fld id="{91F18EF7-BE1E-4ECB-84D4-67C2B4D8F095}" type="slidenum">
              <a:rPr lang="en-US" smtClean="0"/>
              <a:t>‹#›</a:t>
            </a:fld>
            <a:endParaRPr lang="en-US"/>
          </a:p>
        </p:txBody>
      </p:sp>
    </p:spTree>
    <p:extLst>
      <p:ext uri="{BB962C8B-B14F-4D97-AF65-F5344CB8AC3E}">
        <p14:creationId xmlns:p14="http://schemas.microsoft.com/office/powerpoint/2010/main" val="29193539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44C468-781B-4BC5-8DEA-B9EF2BF90DD2}"/>
              </a:ext>
            </a:extLst>
          </p:cNvPr>
          <p:cNvSpPr>
            <a:spLocks noGrp="1"/>
          </p:cNvSpPr>
          <p:nvPr>
            <p:ph type="title"/>
          </p:nvPr>
        </p:nvSpPr>
        <p:spPr>
          <a:xfrm>
            <a:off x="811460" y="369168"/>
            <a:ext cx="10458729" cy="1439818"/>
          </a:xfrm>
        </p:spPr>
        <p:txBody>
          <a:bodyPr/>
          <a:lstStyle/>
          <a:p>
            <a:r>
              <a:rPr lang="en-US"/>
              <a:t>Click to edit Master title style</a:t>
            </a:r>
          </a:p>
        </p:txBody>
      </p:sp>
      <p:sp>
        <p:nvSpPr>
          <p:cNvPr id="3" name="Text Placeholder 2">
            <a:extLst>
              <a:ext uri="{FF2B5EF4-FFF2-40B4-BE49-F238E27FC236}">
                <a16:creationId xmlns:a16="http://schemas.microsoft.com/office/drawing/2014/main" id="{5367223F-48E4-491D-AB5D-5FC8A0C566AF}"/>
              </a:ext>
            </a:extLst>
          </p:cNvPr>
          <p:cNvSpPr>
            <a:spLocks noGrp="1"/>
          </p:cNvSpPr>
          <p:nvPr>
            <p:ph type="body" idx="1"/>
          </p:nvPr>
        </p:nvSpPr>
        <p:spPr>
          <a:xfrm>
            <a:off x="800101" y="1843067"/>
            <a:ext cx="5007894" cy="662007"/>
          </a:xfrm>
          <a:prstGeom prst="rect">
            <a:avLst/>
          </a:prstGeo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3D6B764-4B87-42FF-ABAA-69B07B88FF40}"/>
              </a:ext>
            </a:extLst>
          </p:cNvPr>
          <p:cNvSpPr>
            <a:spLocks noGrp="1"/>
          </p:cNvSpPr>
          <p:nvPr>
            <p:ph sz="half" idx="2"/>
          </p:nvPr>
        </p:nvSpPr>
        <p:spPr>
          <a:xfrm>
            <a:off x="800101" y="2505075"/>
            <a:ext cx="5007894" cy="3684588"/>
          </a:xfrm>
          <a:prstGeom prst="rect">
            <a:avLst/>
          </a:prstGeo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74357B9-406F-4BF9-B8FB-C53421EEF5A6}"/>
              </a:ext>
            </a:extLst>
          </p:cNvPr>
          <p:cNvSpPr>
            <a:spLocks noGrp="1"/>
          </p:cNvSpPr>
          <p:nvPr>
            <p:ph type="body" sz="quarter" idx="3"/>
          </p:nvPr>
        </p:nvSpPr>
        <p:spPr>
          <a:xfrm>
            <a:off x="6276061" y="1843067"/>
            <a:ext cx="4994128" cy="662007"/>
          </a:xfrm>
          <a:prstGeom prst="rect">
            <a:avLst/>
          </a:prstGeo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20462B-1939-4DAA-A7DD-6BDC95054A6E}"/>
              </a:ext>
            </a:extLst>
          </p:cNvPr>
          <p:cNvSpPr>
            <a:spLocks noGrp="1"/>
          </p:cNvSpPr>
          <p:nvPr>
            <p:ph sz="quarter" idx="4"/>
          </p:nvPr>
        </p:nvSpPr>
        <p:spPr>
          <a:xfrm>
            <a:off x="6276061" y="2505075"/>
            <a:ext cx="4994128" cy="3684588"/>
          </a:xfrm>
          <a:prstGeom prst="rect">
            <a:avLst/>
          </a:prstGeo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76C938B-C4C2-4FA9-85CA-9CD742CD7523}"/>
              </a:ext>
            </a:extLst>
          </p:cNvPr>
          <p:cNvSpPr>
            <a:spLocks noGrp="1"/>
          </p:cNvSpPr>
          <p:nvPr>
            <p:ph type="dt" sz="half" idx="10"/>
          </p:nvPr>
        </p:nvSpPr>
        <p:spPr/>
        <p:txBody>
          <a:bodyPr/>
          <a:lstStyle/>
          <a:p>
            <a:fld id="{E6171E64-FE02-4DE5-B72F-53C3706641C3}" type="datetimeFigureOut">
              <a:rPr lang="en-US" smtClean="0"/>
              <a:t>11/15/2024</a:t>
            </a:fld>
            <a:endParaRPr lang="en-US"/>
          </a:p>
        </p:txBody>
      </p:sp>
      <p:sp>
        <p:nvSpPr>
          <p:cNvPr id="8" name="Footer Placeholder 7">
            <a:extLst>
              <a:ext uri="{FF2B5EF4-FFF2-40B4-BE49-F238E27FC236}">
                <a16:creationId xmlns:a16="http://schemas.microsoft.com/office/drawing/2014/main" id="{11AD8886-0D28-4D49-8D43-151D37E948E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72FDDE8-E9F8-4B6C-9A40-829617A7C84D}"/>
              </a:ext>
            </a:extLst>
          </p:cNvPr>
          <p:cNvSpPr>
            <a:spLocks noGrp="1"/>
          </p:cNvSpPr>
          <p:nvPr>
            <p:ph type="sldNum" sz="quarter" idx="12"/>
          </p:nvPr>
        </p:nvSpPr>
        <p:spPr/>
        <p:txBody>
          <a:bodyPr/>
          <a:lstStyle/>
          <a:p>
            <a:fld id="{91F18EF7-BE1E-4ECB-84D4-67C2B4D8F095}" type="slidenum">
              <a:rPr lang="en-US" smtClean="0"/>
              <a:t>‹#›</a:t>
            </a:fld>
            <a:endParaRPr lang="en-US"/>
          </a:p>
        </p:txBody>
      </p:sp>
    </p:spTree>
    <p:extLst>
      <p:ext uri="{BB962C8B-B14F-4D97-AF65-F5344CB8AC3E}">
        <p14:creationId xmlns:p14="http://schemas.microsoft.com/office/powerpoint/2010/main" val="5898723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6AE3D8-6C35-428B-B2F2-251FDE10BD20}"/>
              </a:ext>
            </a:extLst>
          </p:cNvPr>
          <p:cNvSpPr>
            <a:spLocks noGrp="1"/>
          </p:cNvSpPr>
          <p:nvPr>
            <p:ph type="title"/>
          </p:nvPr>
        </p:nvSpPr>
        <p:spPr>
          <a:xfrm>
            <a:off x="800100" y="983769"/>
            <a:ext cx="10094770" cy="1180574"/>
          </a:xfrm>
          <a:solidFill>
            <a:schemeClr val="accent1">
              <a:lumMod val="20000"/>
              <a:lumOff val="80000"/>
            </a:schemeClr>
          </a:solidFill>
          <a:effectLst>
            <a:outerShdw dist="165100" dir="18900000" algn="bl" rotWithShape="0">
              <a:prstClr val="black"/>
            </a:outerShdw>
          </a:effectLst>
        </p:spPr>
        <p:txBody>
          <a:bodyPr/>
          <a:lstStyle>
            <a:lvl1pPr marL="182880">
              <a:defRPr/>
            </a:lvl1pPr>
          </a:lstStyle>
          <a:p>
            <a:r>
              <a:rPr lang="en-US"/>
              <a:t>Click to edit Master title style</a:t>
            </a:r>
          </a:p>
        </p:txBody>
      </p:sp>
      <p:sp>
        <p:nvSpPr>
          <p:cNvPr id="3" name="Date Placeholder 2">
            <a:extLst>
              <a:ext uri="{FF2B5EF4-FFF2-40B4-BE49-F238E27FC236}">
                <a16:creationId xmlns:a16="http://schemas.microsoft.com/office/drawing/2014/main" id="{4F0B8015-E11A-42CA-AE88-7BD73F87E566}"/>
              </a:ext>
            </a:extLst>
          </p:cNvPr>
          <p:cNvSpPr>
            <a:spLocks noGrp="1"/>
          </p:cNvSpPr>
          <p:nvPr>
            <p:ph type="dt" sz="half" idx="10"/>
          </p:nvPr>
        </p:nvSpPr>
        <p:spPr/>
        <p:txBody>
          <a:bodyPr/>
          <a:lstStyle/>
          <a:p>
            <a:fld id="{E6171E64-FE02-4DE5-B72F-53C3706641C3}" type="datetimeFigureOut">
              <a:rPr lang="en-US" smtClean="0"/>
              <a:t>11/15/2024</a:t>
            </a:fld>
            <a:endParaRPr lang="en-US"/>
          </a:p>
        </p:txBody>
      </p:sp>
      <p:sp>
        <p:nvSpPr>
          <p:cNvPr id="4" name="Footer Placeholder 3">
            <a:extLst>
              <a:ext uri="{FF2B5EF4-FFF2-40B4-BE49-F238E27FC236}">
                <a16:creationId xmlns:a16="http://schemas.microsoft.com/office/drawing/2014/main" id="{07309078-34CA-45CD-B479-03906A265C6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0D03258-F989-47B2-A643-A60CD8A77BC8}"/>
              </a:ext>
            </a:extLst>
          </p:cNvPr>
          <p:cNvSpPr>
            <a:spLocks noGrp="1"/>
          </p:cNvSpPr>
          <p:nvPr>
            <p:ph type="sldNum" sz="quarter" idx="12"/>
          </p:nvPr>
        </p:nvSpPr>
        <p:spPr/>
        <p:txBody>
          <a:bodyPr/>
          <a:lstStyle/>
          <a:p>
            <a:fld id="{91F18EF7-BE1E-4ECB-84D4-67C2B4D8F095}" type="slidenum">
              <a:rPr lang="en-US" smtClean="0"/>
              <a:t>‹#›</a:t>
            </a:fld>
            <a:endParaRPr lang="en-US"/>
          </a:p>
        </p:txBody>
      </p:sp>
    </p:spTree>
    <p:extLst>
      <p:ext uri="{BB962C8B-B14F-4D97-AF65-F5344CB8AC3E}">
        <p14:creationId xmlns:p14="http://schemas.microsoft.com/office/powerpoint/2010/main" val="38076632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7DA2F31-48B6-40CE-A364-3CE73FD859B4}"/>
              </a:ext>
            </a:extLst>
          </p:cNvPr>
          <p:cNvSpPr>
            <a:spLocks noGrp="1"/>
          </p:cNvSpPr>
          <p:nvPr>
            <p:ph type="dt" sz="half" idx="10"/>
          </p:nvPr>
        </p:nvSpPr>
        <p:spPr/>
        <p:txBody>
          <a:bodyPr/>
          <a:lstStyle/>
          <a:p>
            <a:fld id="{E6171E64-FE02-4DE5-B72F-53C3706641C3}" type="datetimeFigureOut">
              <a:rPr lang="en-US" smtClean="0"/>
              <a:t>11/15/2024</a:t>
            </a:fld>
            <a:endParaRPr lang="en-US"/>
          </a:p>
        </p:txBody>
      </p:sp>
      <p:sp>
        <p:nvSpPr>
          <p:cNvPr id="3" name="Footer Placeholder 2">
            <a:extLst>
              <a:ext uri="{FF2B5EF4-FFF2-40B4-BE49-F238E27FC236}">
                <a16:creationId xmlns:a16="http://schemas.microsoft.com/office/drawing/2014/main" id="{117EEA00-F166-41EB-9331-CA99BB70F02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3BB051F-F8FC-4FF6-9783-45F9FE7AC302}"/>
              </a:ext>
            </a:extLst>
          </p:cNvPr>
          <p:cNvSpPr>
            <a:spLocks noGrp="1"/>
          </p:cNvSpPr>
          <p:nvPr>
            <p:ph type="sldNum" sz="quarter" idx="12"/>
          </p:nvPr>
        </p:nvSpPr>
        <p:spPr/>
        <p:txBody>
          <a:bodyPr/>
          <a:lstStyle/>
          <a:p>
            <a:fld id="{91F18EF7-BE1E-4ECB-84D4-67C2B4D8F095}" type="slidenum">
              <a:rPr lang="en-US" smtClean="0"/>
              <a:t>‹#›</a:t>
            </a:fld>
            <a:endParaRPr lang="en-US"/>
          </a:p>
        </p:txBody>
      </p:sp>
    </p:spTree>
    <p:extLst>
      <p:ext uri="{BB962C8B-B14F-4D97-AF65-F5344CB8AC3E}">
        <p14:creationId xmlns:p14="http://schemas.microsoft.com/office/powerpoint/2010/main" val="31453525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508635-A5AF-48F4-8CD2-FB0E01113904}"/>
              </a:ext>
            </a:extLst>
          </p:cNvPr>
          <p:cNvSpPr>
            <a:spLocks noGrp="1"/>
          </p:cNvSpPr>
          <p:nvPr>
            <p:ph type="title"/>
          </p:nvPr>
        </p:nvSpPr>
        <p:spPr>
          <a:xfrm>
            <a:off x="839788" y="987425"/>
            <a:ext cx="3932237" cy="1600200"/>
          </a:xfrm>
        </p:spPr>
        <p:txBody>
          <a:bodyPr anchor="t">
            <a:normAutofit/>
          </a:bodyPr>
          <a:lstStyle>
            <a:lvl1pPr>
              <a:defRPr sz="2800" b="1">
                <a:latin typeface="+mn-lt"/>
              </a:defRPr>
            </a:lvl1pPr>
          </a:lstStyle>
          <a:p>
            <a:r>
              <a:rPr lang="en-US"/>
              <a:t>Click to edit Master title style</a:t>
            </a:r>
          </a:p>
        </p:txBody>
      </p:sp>
      <p:sp>
        <p:nvSpPr>
          <p:cNvPr id="3" name="Content Placeholder 2">
            <a:extLst>
              <a:ext uri="{FF2B5EF4-FFF2-40B4-BE49-F238E27FC236}">
                <a16:creationId xmlns:a16="http://schemas.microsoft.com/office/drawing/2014/main" id="{E6E15E0E-DCC0-4781-A608-962B1241B5AA}"/>
              </a:ext>
            </a:extLst>
          </p:cNvPr>
          <p:cNvSpPr>
            <a:spLocks noGrp="1"/>
          </p:cNvSpPr>
          <p:nvPr>
            <p:ph idx="1"/>
          </p:nvPr>
        </p:nvSpPr>
        <p:spPr>
          <a:xfrm>
            <a:off x="5309826" y="987425"/>
            <a:ext cx="6045562"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121F43E-3D50-4A1C-A289-B3D0DD0E710F}"/>
              </a:ext>
            </a:extLst>
          </p:cNvPr>
          <p:cNvSpPr>
            <a:spLocks noGrp="1"/>
          </p:cNvSpPr>
          <p:nvPr>
            <p:ph type="body" sz="half" idx="2"/>
          </p:nvPr>
        </p:nvSpPr>
        <p:spPr>
          <a:xfrm>
            <a:off x="839788" y="2743200"/>
            <a:ext cx="3932237" cy="3127376"/>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E70E3A-6639-4EA0-8305-C1899DAB49EB}"/>
              </a:ext>
            </a:extLst>
          </p:cNvPr>
          <p:cNvSpPr>
            <a:spLocks noGrp="1"/>
          </p:cNvSpPr>
          <p:nvPr>
            <p:ph type="dt" sz="half" idx="10"/>
          </p:nvPr>
        </p:nvSpPr>
        <p:spPr/>
        <p:txBody>
          <a:bodyPr/>
          <a:lstStyle/>
          <a:p>
            <a:fld id="{E6171E64-FE02-4DE5-B72F-53C3706641C3}" type="datetimeFigureOut">
              <a:rPr lang="en-US" smtClean="0"/>
              <a:t>11/15/2024</a:t>
            </a:fld>
            <a:endParaRPr lang="en-US"/>
          </a:p>
        </p:txBody>
      </p:sp>
      <p:sp>
        <p:nvSpPr>
          <p:cNvPr id="6" name="Footer Placeholder 5">
            <a:extLst>
              <a:ext uri="{FF2B5EF4-FFF2-40B4-BE49-F238E27FC236}">
                <a16:creationId xmlns:a16="http://schemas.microsoft.com/office/drawing/2014/main" id="{5B6AFD57-4189-42FB-B29E-96366E51B44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F5E2EC-8483-4FBC-9D29-C19025FA8F97}"/>
              </a:ext>
            </a:extLst>
          </p:cNvPr>
          <p:cNvSpPr>
            <a:spLocks noGrp="1"/>
          </p:cNvSpPr>
          <p:nvPr>
            <p:ph type="sldNum" sz="quarter" idx="12"/>
          </p:nvPr>
        </p:nvSpPr>
        <p:spPr/>
        <p:txBody>
          <a:bodyPr/>
          <a:lstStyle/>
          <a:p>
            <a:fld id="{91F18EF7-BE1E-4ECB-84D4-67C2B4D8F095}" type="slidenum">
              <a:rPr lang="en-US" smtClean="0"/>
              <a:t>‹#›</a:t>
            </a:fld>
            <a:endParaRPr lang="en-US"/>
          </a:p>
        </p:txBody>
      </p:sp>
    </p:spTree>
    <p:extLst>
      <p:ext uri="{BB962C8B-B14F-4D97-AF65-F5344CB8AC3E}">
        <p14:creationId xmlns:p14="http://schemas.microsoft.com/office/powerpoint/2010/main" val="12170181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CE581-A090-4AE9-9965-B06BDB52BD95}"/>
              </a:ext>
            </a:extLst>
          </p:cNvPr>
          <p:cNvSpPr>
            <a:spLocks noGrp="1"/>
          </p:cNvSpPr>
          <p:nvPr>
            <p:ph type="title"/>
          </p:nvPr>
        </p:nvSpPr>
        <p:spPr>
          <a:xfrm>
            <a:off x="839788" y="987425"/>
            <a:ext cx="3932237" cy="1600200"/>
          </a:xfrm>
        </p:spPr>
        <p:txBody>
          <a:bodyPr anchor="t">
            <a:normAutofit/>
          </a:bodyPr>
          <a:lstStyle>
            <a:lvl1pPr>
              <a:defRPr sz="2800" b="1">
                <a:latin typeface="+mn-lt"/>
              </a:defRPr>
            </a:lvl1pPr>
          </a:lstStyle>
          <a:p>
            <a:r>
              <a:rPr lang="en-US"/>
              <a:t>Click to edit Master title style</a:t>
            </a:r>
          </a:p>
        </p:txBody>
      </p:sp>
      <p:sp>
        <p:nvSpPr>
          <p:cNvPr id="3" name="Picture Placeholder 2">
            <a:extLst>
              <a:ext uri="{FF2B5EF4-FFF2-40B4-BE49-F238E27FC236}">
                <a16:creationId xmlns:a16="http://schemas.microsoft.com/office/drawing/2014/main" id="{9839DEF4-262F-4ACF-9B29-3D4B819E7065}"/>
              </a:ext>
            </a:extLst>
          </p:cNvPr>
          <p:cNvSpPr>
            <a:spLocks noGrp="1"/>
          </p:cNvSpPr>
          <p:nvPr>
            <p:ph type="pic" idx="1"/>
          </p:nvPr>
        </p:nvSpPr>
        <p:spPr>
          <a:xfrm>
            <a:off x="5353969" y="987425"/>
            <a:ext cx="5694503"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04ED7CBB-7A6F-441E-9072-2494B952FA8B}"/>
              </a:ext>
            </a:extLst>
          </p:cNvPr>
          <p:cNvSpPr>
            <a:spLocks noGrp="1"/>
          </p:cNvSpPr>
          <p:nvPr>
            <p:ph type="body" sz="half" idx="2"/>
          </p:nvPr>
        </p:nvSpPr>
        <p:spPr>
          <a:xfrm>
            <a:off x="839788" y="2743200"/>
            <a:ext cx="3932237" cy="3127376"/>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159692-77BE-4A7D-AA70-635007A6E92C}"/>
              </a:ext>
            </a:extLst>
          </p:cNvPr>
          <p:cNvSpPr>
            <a:spLocks noGrp="1"/>
          </p:cNvSpPr>
          <p:nvPr>
            <p:ph type="dt" sz="half" idx="10"/>
          </p:nvPr>
        </p:nvSpPr>
        <p:spPr/>
        <p:txBody>
          <a:bodyPr/>
          <a:lstStyle/>
          <a:p>
            <a:fld id="{E6171E64-FE02-4DE5-B72F-53C3706641C3}" type="datetimeFigureOut">
              <a:rPr lang="en-US" smtClean="0"/>
              <a:t>11/15/2024</a:t>
            </a:fld>
            <a:endParaRPr lang="en-US"/>
          </a:p>
        </p:txBody>
      </p:sp>
      <p:sp>
        <p:nvSpPr>
          <p:cNvPr id="6" name="Footer Placeholder 5">
            <a:extLst>
              <a:ext uri="{FF2B5EF4-FFF2-40B4-BE49-F238E27FC236}">
                <a16:creationId xmlns:a16="http://schemas.microsoft.com/office/drawing/2014/main" id="{FBB9A4DA-63AF-4D6A-98DB-E1D0AC741E5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76B7958-B19B-4C23-A82F-DD4E4B912B29}"/>
              </a:ext>
            </a:extLst>
          </p:cNvPr>
          <p:cNvSpPr>
            <a:spLocks noGrp="1"/>
          </p:cNvSpPr>
          <p:nvPr>
            <p:ph type="sldNum" sz="quarter" idx="12"/>
          </p:nvPr>
        </p:nvSpPr>
        <p:spPr/>
        <p:txBody>
          <a:bodyPr/>
          <a:lstStyle/>
          <a:p>
            <a:fld id="{91F18EF7-BE1E-4ECB-84D4-67C2B4D8F095}" type="slidenum">
              <a:rPr lang="en-US" smtClean="0"/>
              <a:t>‹#›</a:t>
            </a:fld>
            <a:endParaRPr lang="en-US"/>
          </a:p>
        </p:txBody>
      </p:sp>
    </p:spTree>
    <p:extLst>
      <p:ext uri="{BB962C8B-B14F-4D97-AF65-F5344CB8AC3E}">
        <p14:creationId xmlns:p14="http://schemas.microsoft.com/office/powerpoint/2010/main" val="5281162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958AD-1CAD-45B3-B83D-DC9D33CD613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9153F2E-0397-4423-8A88-D0059DEAF0CE}"/>
              </a:ext>
            </a:extLst>
          </p:cNvPr>
          <p:cNvSpPr>
            <a:spLocks noGrp="1"/>
          </p:cNvSpPr>
          <p:nvPr>
            <p:ph type="body" orient="vert" idx="1"/>
          </p:nvPr>
        </p:nvSpPr>
        <p:spPr>
          <a:xfrm>
            <a:off x="808662" y="2019299"/>
            <a:ext cx="10357666" cy="4114801"/>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7ADDE1-7025-4FA9-822D-481685085490}"/>
              </a:ext>
            </a:extLst>
          </p:cNvPr>
          <p:cNvSpPr>
            <a:spLocks noGrp="1"/>
          </p:cNvSpPr>
          <p:nvPr>
            <p:ph type="dt" sz="half" idx="10"/>
          </p:nvPr>
        </p:nvSpPr>
        <p:spPr/>
        <p:txBody>
          <a:bodyPr/>
          <a:lstStyle/>
          <a:p>
            <a:fld id="{E6171E64-FE02-4DE5-B72F-53C3706641C3}" type="datetimeFigureOut">
              <a:rPr lang="en-US" smtClean="0"/>
              <a:t>11/15/2024</a:t>
            </a:fld>
            <a:endParaRPr lang="en-US"/>
          </a:p>
        </p:txBody>
      </p:sp>
      <p:sp>
        <p:nvSpPr>
          <p:cNvPr id="5" name="Footer Placeholder 4">
            <a:extLst>
              <a:ext uri="{FF2B5EF4-FFF2-40B4-BE49-F238E27FC236}">
                <a16:creationId xmlns:a16="http://schemas.microsoft.com/office/drawing/2014/main" id="{6B2A73E0-F328-46DC-98BE-CA0981F75A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652226-010C-494F-8BE8-BF91F3553DD5}"/>
              </a:ext>
            </a:extLst>
          </p:cNvPr>
          <p:cNvSpPr>
            <a:spLocks noGrp="1"/>
          </p:cNvSpPr>
          <p:nvPr>
            <p:ph type="sldNum" sz="quarter" idx="12"/>
          </p:nvPr>
        </p:nvSpPr>
        <p:spPr/>
        <p:txBody>
          <a:bodyPr/>
          <a:lstStyle/>
          <a:p>
            <a:fld id="{91F18EF7-BE1E-4ECB-84D4-67C2B4D8F095}" type="slidenum">
              <a:rPr lang="en-US" smtClean="0"/>
              <a:t>‹#›</a:t>
            </a:fld>
            <a:endParaRPr lang="en-US"/>
          </a:p>
        </p:txBody>
      </p:sp>
      <p:grpSp>
        <p:nvGrpSpPr>
          <p:cNvPr id="7" name="Group 6">
            <a:extLst>
              <a:ext uri="{FF2B5EF4-FFF2-40B4-BE49-F238E27FC236}">
                <a16:creationId xmlns:a16="http://schemas.microsoft.com/office/drawing/2014/main" id="{9F89E9C4-9D18-4529-BC0C-68EAE507CDF8}"/>
              </a:ext>
            </a:extLst>
          </p:cNvPr>
          <p:cNvGrpSpPr/>
          <p:nvPr/>
        </p:nvGrpSpPr>
        <p:grpSpPr>
          <a:xfrm flipH="1" flipV="1">
            <a:off x="0" y="3551521"/>
            <a:ext cx="567782" cy="3306479"/>
            <a:chOff x="11619770" y="-2005"/>
            <a:chExt cx="567782" cy="3306479"/>
          </a:xfrm>
        </p:grpSpPr>
        <p:sp>
          <p:nvSpPr>
            <p:cNvPr id="8" name="Freeform: Shape 7">
              <a:extLst>
                <a:ext uri="{FF2B5EF4-FFF2-40B4-BE49-F238E27FC236}">
                  <a16:creationId xmlns:a16="http://schemas.microsoft.com/office/drawing/2014/main" id="{D7DF5937-0C03-4786-AB62-3CF7CECB92D6}"/>
                </a:ext>
              </a:extLst>
            </p:cNvPr>
            <p:cNvSpPr/>
            <p:nvPr/>
          </p:nvSpPr>
          <p:spPr>
            <a:xfrm flipV="1">
              <a:off x="11619770" y="373807"/>
              <a:ext cx="526228" cy="2930667"/>
            </a:xfrm>
            <a:custGeom>
              <a:avLst/>
              <a:gdLst>
                <a:gd name="connsiteX0" fmla="*/ 757287 w 757287"/>
                <a:gd name="connsiteY0" fmla="*/ 3694096 h 3694096"/>
                <a:gd name="connsiteX1" fmla="*/ 757287 w 757287"/>
                <a:gd name="connsiteY1" fmla="*/ 0 h 3694096"/>
                <a:gd name="connsiteX2" fmla="*/ 0 w 757287"/>
                <a:gd name="connsiteY2" fmla="*/ 0 h 3694096"/>
                <a:gd name="connsiteX3" fmla="*/ 0 w 757287"/>
                <a:gd name="connsiteY3" fmla="*/ 3686094 h 3694096"/>
              </a:gdLst>
              <a:ahLst/>
              <a:cxnLst>
                <a:cxn ang="0">
                  <a:pos x="connsiteX0" y="connsiteY0"/>
                </a:cxn>
                <a:cxn ang="0">
                  <a:pos x="connsiteX1" y="connsiteY1"/>
                </a:cxn>
                <a:cxn ang="0">
                  <a:pos x="connsiteX2" y="connsiteY2"/>
                </a:cxn>
                <a:cxn ang="0">
                  <a:pos x="connsiteX3" y="connsiteY3"/>
                </a:cxn>
              </a:cxnLst>
              <a:rect l="l" t="t" r="r" b="b"/>
              <a:pathLst>
                <a:path w="757287" h="3694096">
                  <a:moveTo>
                    <a:pt x="757287" y="3694096"/>
                  </a:moveTo>
                  <a:lnTo>
                    <a:pt x="757287" y="0"/>
                  </a:lnTo>
                  <a:lnTo>
                    <a:pt x="0" y="0"/>
                  </a:lnTo>
                  <a:lnTo>
                    <a:pt x="0" y="3686094"/>
                  </a:lnTo>
                  <a:close/>
                </a:path>
              </a:pathLst>
            </a:custGeom>
            <a:blipFill dpi="0" rotWithShape="1">
              <a:blip r:embed="rId2">
                <a:extLst>
                  <a:ext uri="{96DAC541-7B7A-43D3-8B79-37D633B846F1}">
                    <asvg:svgBlip xmlns:asvg="http://schemas.microsoft.com/office/drawing/2016/SVG/main" r:embed="rId3"/>
                  </a:ext>
                </a:extLst>
              </a:blip>
              <a:srcRect/>
              <a:tile tx="0" ty="0" sx="6000" sy="6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Rectangle 8">
              <a:extLst>
                <a:ext uri="{FF2B5EF4-FFF2-40B4-BE49-F238E27FC236}">
                  <a16:creationId xmlns:a16="http://schemas.microsoft.com/office/drawing/2014/main" id="{E9AD93DB-2DB0-4B2D-884B-6EC45344325B}"/>
                </a:ext>
                <a:ext uri="{C183D7F6-B498-43B3-948B-1728B52AA6E4}">
                  <adec:decorative xmlns:adec="http://schemas.microsoft.com/office/drawing/2017/decorative" val="1"/>
                </a:ext>
              </a:extLst>
            </p:cNvPr>
            <p:cNvSpPr/>
            <p:nvPr/>
          </p:nvSpPr>
          <p:spPr>
            <a:xfrm flipH="1" flipV="1">
              <a:off x="11980943" y="-2005"/>
              <a:ext cx="206609" cy="20213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2011324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9C635D0-31D9-44E1-911D-F7D5D5400992}"/>
              </a:ext>
            </a:extLst>
          </p:cNvPr>
          <p:cNvSpPr>
            <a:spLocks noGrp="1"/>
          </p:cNvSpPr>
          <p:nvPr>
            <p:ph type="title" orient="vert"/>
          </p:nvPr>
        </p:nvSpPr>
        <p:spPr>
          <a:xfrm>
            <a:off x="8853914" y="624313"/>
            <a:ext cx="2537986" cy="5509787"/>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67F9230-1FA4-439D-A800-B5F006F07C0D}"/>
              </a:ext>
            </a:extLst>
          </p:cNvPr>
          <p:cNvSpPr>
            <a:spLocks noGrp="1"/>
          </p:cNvSpPr>
          <p:nvPr>
            <p:ph type="body" orient="vert" idx="1"/>
          </p:nvPr>
        </p:nvSpPr>
        <p:spPr>
          <a:xfrm>
            <a:off x="800100" y="624313"/>
            <a:ext cx="7816542" cy="5509787"/>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5AB2A3-7055-43AF-8BAB-0A9B7444867A}"/>
              </a:ext>
            </a:extLst>
          </p:cNvPr>
          <p:cNvSpPr>
            <a:spLocks noGrp="1"/>
          </p:cNvSpPr>
          <p:nvPr>
            <p:ph type="dt" sz="half" idx="10"/>
          </p:nvPr>
        </p:nvSpPr>
        <p:spPr/>
        <p:txBody>
          <a:bodyPr/>
          <a:lstStyle/>
          <a:p>
            <a:fld id="{E6171E64-FE02-4DE5-B72F-53C3706641C3}" type="datetimeFigureOut">
              <a:rPr lang="en-US" smtClean="0"/>
              <a:t>11/15/2024</a:t>
            </a:fld>
            <a:endParaRPr lang="en-US"/>
          </a:p>
        </p:txBody>
      </p:sp>
      <p:sp>
        <p:nvSpPr>
          <p:cNvPr id="5" name="Footer Placeholder 4">
            <a:extLst>
              <a:ext uri="{FF2B5EF4-FFF2-40B4-BE49-F238E27FC236}">
                <a16:creationId xmlns:a16="http://schemas.microsoft.com/office/drawing/2014/main" id="{EE9A1821-A311-49CD-BCB4-B4BC886610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37C6A8-813A-486A-AA90-AB28935F2B4F}"/>
              </a:ext>
            </a:extLst>
          </p:cNvPr>
          <p:cNvSpPr>
            <a:spLocks noGrp="1"/>
          </p:cNvSpPr>
          <p:nvPr>
            <p:ph type="sldNum" sz="quarter" idx="12"/>
          </p:nvPr>
        </p:nvSpPr>
        <p:spPr/>
        <p:txBody>
          <a:bodyPr/>
          <a:lstStyle/>
          <a:p>
            <a:fld id="{91F18EF7-BE1E-4ECB-84D4-67C2B4D8F095}" type="slidenum">
              <a:rPr lang="en-US" smtClean="0"/>
              <a:t>‹#›</a:t>
            </a:fld>
            <a:endParaRPr lang="en-US"/>
          </a:p>
        </p:txBody>
      </p:sp>
      <p:grpSp>
        <p:nvGrpSpPr>
          <p:cNvPr id="7" name="Group 6">
            <a:extLst>
              <a:ext uri="{FF2B5EF4-FFF2-40B4-BE49-F238E27FC236}">
                <a16:creationId xmlns:a16="http://schemas.microsoft.com/office/drawing/2014/main" id="{F38C7A17-06CC-442C-A876-A51B2B556508}"/>
              </a:ext>
            </a:extLst>
          </p:cNvPr>
          <p:cNvGrpSpPr/>
          <p:nvPr/>
        </p:nvGrpSpPr>
        <p:grpSpPr>
          <a:xfrm flipH="1" flipV="1">
            <a:off x="0" y="3551521"/>
            <a:ext cx="567782" cy="3306479"/>
            <a:chOff x="11619770" y="-2005"/>
            <a:chExt cx="567782" cy="3306479"/>
          </a:xfrm>
        </p:grpSpPr>
        <p:sp>
          <p:nvSpPr>
            <p:cNvPr id="8" name="Freeform: Shape 7">
              <a:extLst>
                <a:ext uri="{FF2B5EF4-FFF2-40B4-BE49-F238E27FC236}">
                  <a16:creationId xmlns:a16="http://schemas.microsoft.com/office/drawing/2014/main" id="{54C1798A-2980-4F34-8355-7BCB6B295322}"/>
                </a:ext>
              </a:extLst>
            </p:cNvPr>
            <p:cNvSpPr/>
            <p:nvPr/>
          </p:nvSpPr>
          <p:spPr>
            <a:xfrm flipV="1">
              <a:off x="11619770" y="373807"/>
              <a:ext cx="526228" cy="2930667"/>
            </a:xfrm>
            <a:custGeom>
              <a:avLst/>
              <a:gdLst>
                <a:gd name="connsiteX0" fmla="*/ 757287 w 757287"/>
                <a:gd name="connsiteY0" fmla="*/ 3694096 h 3694096"/>
                <a:gd name="connsiteX1" fmla="*/ 757287 w 757287"/>
                <a:gd name="connsiteY1" fmla="*/ 0 h 3694096"/>
                <a:gd name="connsiteX2" fmla="*/ 0 w 757287"/>
                <a:gd name="connsiteY2" fmla="*/ 0 h 3694096"/>
                <a:gd name="connsiteX3" fmla="*/ 0 w 757287"/>
                <a:gd name="connsiteY3" fmla="*/ 3686094 h 3694096"/>
              </a:gdLst>
              <a:ahLst/>
              <a:cxnLst>
                <a:cxn ang="0">
                  <a:pos x="connsiteX0" y="connsiteY0"/>
                </a:cxn>
                <a:cxn ang="0">
                  <a:pos x="connsiteX1" y="connsiteY1"/>
                </a:cxn>
                <a:cxn ang="0">
                  <a:pos x="connsiteX2" y="connsiteY2"/>
                </a:cxn>
                <a:cxn ang="0">
                  <a:pos x="connsiteX3" y="connsiteY3"/>
                </a:cxn>
              </a:cxnLst>
              <a:rect l="l" t="t" r="r" b="b"/>
              <a:pathLst>
                <a:path w="757287" h="3694096">
                  <a:moveTo>
                    <a:pt x="757287" y="3694096"/>
                  </a:moveTo>
                  <a:lnTo>
                    <a:pt x="757287" y="0"/>
                  </a:lnTo>
                  <a:lnTo>
                    <a:pt x="0" y="0"/>
                  </a:lnTo>
                  <a:lnTo>
                    <a:pt x="0" y="3686094"/>
                  </a:lnTo>
                  <a:close/>
                </a:path>
              </a:pathLst>
            </a:custGeom>
            <a:blipFill dpi="0" rotWithShape="1">
              <a:blip r:embed="rId2">
                <a:extLst>
                  <a:ext uri="{96DAC541-7B7A-43D3-8B79-37D633B846F1}">
                    <asvg:svgBlip xmlns:asvg="http://schemas.microsoft.com/office/drawing/2016/SVG/main" r:embed="rId3"/>
                  </a:ext>
                </a:extLst>
              </a:blip>
              <a:srcRect/>
              <a:tile tx="0" ty="0" sx="6000" sy="6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Rectangle 8">
              <a:extLst>
                <a:ext uri="{FF2B5EF4-FFF2-40B4-BE49-F238E27FC236}">
                  <a16:creationId xmlns:a16="http://schemas.microsoft.com/office/drawing/2014/main" id="{59D7542C-E4AE-488F-BC75-2E7ED83910CE}"/>
                </a:ext>
                <a:ext uri="{C183D7F6-B498-43B3-948B-1728B52AA6E4}">
                  <adec:decorative xmlns:adec="http://schemas.microsoft.com/office/drawing/2017/decorative" val="1"/>
                </a:ext>
              </a:extLst>
            </p:cNvPr>
            <p:cNvSpPr/>
            <p:nvPr/>
          </p:nvSpPr>
          <p:spPr>
            <a:xfrm flipH="1" flipV="1">
              <a:off x="11980943" y="-2005"/>
              <a:ext cx="206609" cy="20213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5172012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586DAE1-1F65-43B8-A400-95E6DEEDCDFC}"/>
              </a:ext>
            </a:extLst>
          </p:cNvPr>
          <p:cNvSpPr>
            <a:spLocks noGrp="1"/>
          </p:cNvSpPr>
          <p:nvPr>
            <p:ph type="title"/>
          </p:nvPr>
        </p:nvSpPr>
        <p:spPr>
          <a:xfrm>
            <a:off x="808661" y="365125"/>
            <a:ext cx="10357666" cy="1438450"/>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2D75C993-A44B-4C2D-818E-4C9000BB05C1}"/>
              </a:ext>
            </a:extLst>
          </p:cNvPr>
          <p:cNvSpPr>
            <a:spLocks noGrp="1"/>
          </p:cNvSpPr>
          <p:nvPr>
            <p:ph type="body" idx="1"/>
          </p:nvPr>
        </p:nvSpPr>
        <p:spPr>
          <a:xfrm>
            <a:off x="808662" y="2019299"/>
            <a:ext cx="10357666" cy="41148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A21B6E-ECC6-47D0-9C14-812B746F1563}"/>
              </a:ext>
            </a:extLst>
          </p:cNvPr>
          <p:cNvSpPr>
            <a:spLocks noGrp="1"/>
          </p:cNvSpPr>
          <p:nvPr>
            <p:ph type="dt" sz="half" idx="2"/>
          </p:nvPr>
        </p:nvSpPr>
        <p:spPr>
          <a:xfrm>
            <a:off x="795014" y="6342042"/>
            <a:ext cx="2743200" cy="365125"/>
          </a:xfrm>
          <a:prstGeom prst="rect">
            <a:avLst/>
          </a:prstGeom>
        </p:spPr>
        <p:txBody>
          <a:bodyPr vert="horz" lIns="91440" tIns="45720" rIns="91440" bIns="45720" rtlCol="0" anchor="ctr"/>
          <a:lstStyle>
            <a:lvl1pPr algn="l">
              <a:defRPr sz="1000" spc="100" baseline="0">
                <a:solidFill>
                  <a:schemeClr val="tx1"/>
                </a:solidFill>
              </a:defRPr>
            </a:lvl1pPr>
          </a:lstStyle>
          <a:p>
            <a:fld id="{E6171E64-FE02-4DE5-B72F-53C3706641C3}" type="datetimeFigureOut">
              <a:rPr lang="en-US" smtClean="0"/>
              <a:t>11/15/2024</a:t>
            </a:fld>
            <a:endParaRPr lang="en-US"/>
          </a:p>
        </p:txBody>
      </p:sp>
      <p:sp>
        <p:nvSpPr>
          <p:cNvPr id="5" name="Footer Placeholder 4">
            <a:extLst>
              <a:ext uri="{FF2B5EF4-FFF2-40B4-BE49-F238E27FC236}">
                <a16:creationId xmlns:a16="http://schemas.microsoft.com/office/drawing/2014/main" id="{5209A716-DEA9-48A9-A5BC-0F392D2B49AC}"/>
              </a:ext>
            </a:extLst>
          </p:cNvPr>
          <p:cNvSpPr>
            <a:spLocks noGrp="1"/>
          </p:cNvSpPr>
          <p:nvPr>
            <p:ph type="ftr" sz="quarter" idx="3"/>
          </p:nvPr>
        </p:nvSpPr>
        <p:spPr>
          <a:xfrm>
            <a:off x="7696200" y="6342042"/>
            <a:ext cx="3470128" cy="365125"/>
          </a:xfrm>
          <a:prstGeom prst="rect">
            <a:avLst/>
          </a:prstGeom>
        </p:spPr>
        <p:txBody>
          <a:bodyPr vert="horz" lIns="91440" tIns="45720" rIns="91440" bIns="45720" rtlCol="0" anchor="ctr"/>
          <a:lstStyle>
            <a:lvl1pPr algn="r">
              <a:defRPr sz="1000" spc="50" baseline="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C09CB69E-A0E4-4558-9C62-4CD8CDD2A501}"/>
              </a:ext>
            </a:extLst>
          </p:cNvPr>
          <p:cNvSpPr>
            <a:spLocks noGrp="1"/>
          </p:cNvSpPr>
          <p:nvPr>
            <p:ph type="sldNum" sz="quarter" idx="4"/>
          </p:nvPr>
        </p:nvSpPr>
        <p:spPr>
          <a:xfrm>
            <a:off x="11166329" y="6342042"/>
            <a:ext cx="526228" cy="365125"/>
          </a:xfrm>
          <a:prstGeom prst="rect">
            <a:avLst/>
          </a:prstGeom>
        </p:spPr>
        <p:txBody>
          <a:bodyPr vert="horz" lIns="91440" tIns="45720" rIns="91440" bIns="45720" rtlCol="0" anchor="ctr"/>
          <a:lstStyle>
            <a:lvl1pPr algn="r">
              <a:defRPr sz="1000" spc="100" baseline="0">
                <a:solidFill>
                  <a:schemeClr val="tx1"/>
                </a:solidFill>
              </a:defRPr>
            </a:lvl1pPr>
          </a:lstStyle>
          <a:p>
            <a:fld id="{91F18EF7-BE1E-4ECB-84D4-67C2B4D8F095}" type="slidenum">
              <a:rPr lang="en-US" smtClean="0"/>
              <a:t>‹#›</a:t>
            </a:fld>
            <a:endParaRPr lang="en-US"/>
          </a:p>
        </p:txBody>
      </p:sp>
      <p:grpSp>
        <p:nvGrpSpPr>
          <p:cNvPr id="7" name="Group 6">
            <a:extLst>
              <a:ext uri="{FF2B5EF4-FFF2-40B4-BE49-F238E27FC236}">
                <a16:creationId xmlns:a16="http://schemas.microsoft.com/office/drawing/2014/main" id="{EB6ECC43-D65E-4A7B-A76B-D278A2184166}"/>
              </a:ext>
            </a:extLst>
          </p:cNvPr>
          <p:cNvGrpSpPr/>
          <p:nvPr/>
        </p:nvGrpSpPr>
        <p:grpSpPr>
          <a:xfrm flipV="1">
            <a:off x="11626076" y="3551521"/>
            <a:ext cx="567782" cy="3306479"/>
            <a:chOff x="11619770" y="-2005"/>
            <a:chExt cx="567782" cy="3306479"/>
          </a:xfrm>
        </p:grpSpPr>
        <p:sp>
          <p:nvSpPr>
            <p:cNvPr id="8" name="Freeform: Shape 7">
              <a:extLst>
                <a:ext uri="{FF2B5EF4-FFF2-40B4-BE49-F238E27FC236}">
                  <a16:creationId xmlns:a16="http://schemas.microsoft.com/office/drawing/2014/main" id="{7EE443C5-5AB9-407B-A8C3-011BB14FEF06}"/>
                </a:ext>
              </a:extLst>
            </p:cNvPr>
            <p:cNvSpPr/>
            <p:nvPr/>
          </p:nvSpPr>
          <p:spPr>
            <a:xfrm flipV="1">
              <a:off x="11619770" y="373807"/>
              <a:ext cx="526228" cy="2930667"/>
            </a:xfrm>
            <a:custGeom>
              <a:avLst/>
              <a:gdLst>
                <a:gd name="connsiteX0" fmla="*/ 757287 w 757287"/>
                <a:gd name="connsiteY0" fmla="*/ 3694096 h 3694096"/>
                <a:gd name="connsiteX1" fmla="*/ 757287 w 757287"/>
                <a:gd name="connsiteY1" fmla="*/ 0 h 3694096"/>
                <a:gd name="connsiteX2" fmla="*/ 0 w 757287"/>
                <a:gd name="connsiteY2" fmla="*/ 0 h 3694096"/>
                <a:gd name="connsiteX3" fmla="*/ 0 w 757287"/>
                <a:gd name="connsiteY3" fmla="*/ 3686094 h 3694096"/>
              </a:gdLst>
              <a:ahLst/>
              <a:cxnLst>
                <a:cxn ang="0">
                  <a:pos x="connsiteX0" y="connsiteY0"/>
                </a:cxn>
                <a:cxn ang="0">
                  <a:pos x="connsiteX1" y="connsiteY1"/>
                </a:cxn>
                <a:cxn ang="0">
                  <a:pos x="connsiteX2" y="connsiteY2"/>
                </a:cxn>
                <a:cxn ang="0">
                  <a:pos x="connsiteX3" y="connsiteY3"/>
                </a:cxn>
              </a:cxnLst>
              <a:rect l="l" t="t" r="r" b="b"/>
              <a:pathLst>
                <a:path w="757287" h="3694096">
                  <a:moveTo>
                    <a:pt x="757287" y="3694096"/>
                  </a:moveTo>
                  <a:lnTo>
                    <a:pt x="757287" y="0"/>
                  </a:lnTo>
                  <a:lnTo>
                    <a:pt x="0" y="0"/>
                  </a:lnTo>
                  <a:lnTo>
                    <a:pt x="0" y="3686094"/>
                  </a:lnTo>
                  <a:close/>
                </a:path>
              </a:pathLst>
            </a:custGeom>
            <a:blipFill dpi="0" rotWithShape="1">
              <a:blip r:embed="rId13">
                <a:extLst>
                  <a:ext uri="{96DAC541-7B7A-43D3-8B79-37D633B846F1}">
                    <asvg:svgBlip xmlns:asvg="http://schemas.microsoft.com/office/drawing/2016/SVG/main" r:embed="rId14"/>
                  </a:ext>
                </a:extLst>
              </a:blip>
              <a:srcRect/>
              <a:tile tx="0" ty="0" sx="6000" sy="6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Rectangle 8">
              <a:extLst>
                <a:ext uri="{FF2B5EF4-FFF2-40B4-BE49-F238E27FC236}">
                  <a16:creationId xmlns:a16="http://schemas.microsoft.com/office/drawing/2014/main" id="{4538C9FA-DA5E-4785-8F4A-CA481A3A6526}"/>
                </a:ext>
                <a:ext uri="{C183D7F6-B498-43B3-948B-1728B52AA6E4}">
                  <adec:decorative xmlns:adec="http://schemas.microsoft.com/office/drawing/2017/decorative" val="1"/>
                </a:ext>
              </a:extLst>
            </p:cNvPr>
            <p:cNvSpPr/>
            <p:nvPr/>
          </p:nvSpPr>
          <p:spPr>
            <a:xfrm flipH="1" flipV="1">
              <a:off x="11980943" y="-2005"/>
              <a:ext cx="206609" cy="20213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0778933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7" r:id="rId6"/>
    <p:sldLayoutId id="2147483692" r:id="rId7"/>
    <p:sldLayoutId id="2147483693" r:id="rId8"/>
    <p:sldLayoutId id="2147483694" r:id="rId9"/>
    <p:sldLayoutId id="2147483696" r:id="rId10"/>
    <p:sldLayoutId id="2147483695" r:id="rId11"/>
  </p:sldLayoutIdLst>
  <p:txStyles>
    <p:titleStyle>
      <a:lvl1pPr algn="l" defTabSz="914400" rtl="0" eaLnBrk="1" latinLnBrk="0" hangingPunct="1">
        <a:lnSpc>
          <a:spcPct val="120000"/>
        </a:lnSpc>
        <a:spcBef>
          <a:spcPct val="0"/>
        </a:spcBef>
        <a:buNone/>
        <a:defRPr sz="3200" kern="1200" cap="all" spc="700" baseline="0">
          <a:solidFill>
            <a:schemeClr val="tx1"/>
          </a:solidFill>
          <a:latin typeface="+mj-lt"/>
          <a:ea typeface="+mj-ea"/>
          <a:cs typeface="+mj-cs"/>
        </a:defRPr>
      </a:lvl1pPr>
    </p:titleStyle>
    <p:bodyStyle>
      <a:lvl1pPr marL="228600" indent="-228600" algn="l" defTabSz="914400" rtl="0" eaLnBrk="1" latinLnBrk="0" hangingPunct="1">
        <a:lnSpc>
          <a:spcPct val="130000"/>
        </a:lnSpc>
        <a:spcBef>
          <a:spcPts val="1000"/>
        </a:spcBef>
        <a:buSzPct val="85000"/>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30000"/>
        </a:lnSpc>
        <a:spcBef>
          <a:spcPts val="500"/>
        </a:spcBef>
        <a:buSzPct val="100000"/>
        <a:buFont typeface="Avenir Next LT Pro Light" panose="020B03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30000"/>
        </a:lnSpc>
        <a:spcBef>
          <a:spcPts val="500"/>
        </a:spcBef>
        <a:buSzPct val="85000"/>
        <a:buFont typeface="Arial" panose="020B0604020202020204" pitchFamily="34" charset="0"/>
        <a:buChar char="•"/>
        <a:defRPr sz="1600" kern="1200">
          <a:solidFill>
            <a:schemeClr val="tx1"/>
          </a:solidFill>
          <a:latin typeface="+mn-lt"/>
          <a:ea typeface="+mn-ea"/>
          <a:cs typeface="+mn-cs"/>
        </a:defRPr>
      </a:lvl3pPr>
      <a:lvl4pPr marL="1005840" indent="-228600" algn="l" defTabSz="914400" rtl="0" eaLnBrk="1" latinLnBrk="0" hangingPunct="1">
        <a:lnSpc>
          <a:spcPct val="130000"/>
        </a:lnSpc>
        <a:spcBef>
          <a:spcPts val="500"/>
        </a:spcBef>
        <a:buSzPct val="100000"/>
        <a:buFont typeface="Avenir Next LT Pro Light" panose="020B0304020202020204" pitchFamily="34" charset="0"/>
        <a:buChar char="–"/>
        <a:defRPr sz="1400" kern="1200">
          <a:solidFill>
            <a:schemeClr val="tx1"/>
          </a:solidFill>
          <a:latin typeface="+mn-lt"/>
          <a:ea typeface="+mn-ea"/>
          <a:cs typeface="+mn-cs"/>
        </a:defRPr>
      </a:lvl4pPr>
      <a:lvl5pPr marL="1188720" indent="-228600" algn="l" defTabSz="914400" rtl="0" eaLnBrk="1" latinLnBrk="0" hangingPunct="1">
        <a:lnSpc>
          <a:spcPct val="130000"/>
        </a:lnSpc>
        <a:spcBef>
          <a:spcPts val="500"/>
        </a:spcBef>
        <a:buSzPct val="85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1.xml"/><Relationship Id="rId4" Type="http://schemas.openxmlformats.org/officeDocument/2006/relationships/image" Target="../media/image5.svg"/></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2.svg"/><Relationship Id="rId7" Type="http://schemas.openxmlformats.org/officeDocument/2006/relationships/diagramColors" Target="../diagrams/colors1.xm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jpe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8" Type="http://schemas.openxmlformats.org/officeDocument/2006/relationships/diagramColors" Target="../diagrams/colors2.xml"/><Relationship Id="rId3" Type="http://schemas.openxmlformats.org/officeDocument/2006/relationships/image" Target="../media/image2.svg"/><Relationship Id="rId7" Type="http://schemas.openxmlformats.org/officeDocument/2006/relationships/diagramQuickStyle" Target="../diagrams/quickStyle2.xm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diagramLayout" Target="../diagrams/layout2.xml"/><Relationship Id="rId5" Type="http://schemas.openxmlformats.org/officeDocument/2006/relationships/diagramData" Target="../diagrams/data2.xml"/><Relationship Id="rId4" Type="http://schemas.openxmlformats.org/officeDocument/2006/relationships/image" Target="../media/image12.png"/><Relationship Id="rId9" Type="http://schemas.microsoft.com/office/2007/relationships/diagramDrawing" Target="../diagrams/drawing2.xml"/></Relationships>
</file>

<file path=ppt/slides/_rels/slide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6.jpeg"/></Relationships>
</file>

<file path=ppt/slides/_rels/slide9.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jpe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0.jpeg"/><Relationship Id="rId1" Type="http://schemas.openxmlformats.org/officeDocument/2006/relationships/slideLayout" Target="../slideLayouts/slideLayout2.xml"/><Relationship Id="rId4" Type="http://schemas.openxmlformats.org/officeDocument/2006/relationships/image" Target="../media/image2.svg"/></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21.jpeg"/></Relationships>
</file>

<file path=ppt/slides/_rels/slide13.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FFC321AD-2C92-446F-AF58-8CAA634BFD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EA855B9-EE27-4441-846C-35DF1C6483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a:extLst>
              <a:ext uri="{FF2B5EF4-FFF2-40B4-BE49-F238E27FC236}">
                <a16:creationId xmlns:a16="http://schemas.microsoft.com/office/drawing/2014/main" id="{2CE0CA61-CBE3-1611-AEC0-3BFE352D33BC}"/>
              </a:ext>
            </a:extLst>
          </p:cNvPr>
          <p:cNvPicPr>
            <a:picLocks noChangeAspect="1"/>
          </p:cNvPicPr>
          <p:nvPr/>
        </p:nvPicPr>
        <p:blipFill>
          <a:blip r:embed="rId2">
            <a:alphaModFix amt="50000"/>
          </a:blip>
          <a:srcRect r="-2" b="14791"/>
          <a:stretch/>
        </p:blipFill>
        <p:spPr>
          <a:xfrm>
            <a:off x="-9505" y="4092"/>
            <a:ext cx="12191979" cy="6857989"/>
          </a:xfrm>
          <a:prstGeom prst="rect">
            <a:avLst/>
          </a:prstGeom>
        </p:spPr>
      </p:pic>
      <p:sp>
        <p:nvSpPr>
          <p:cNvPr id="2" name="Title 1"/>
          <p:cNvSpPr>
            <a:spLocks noGrp="1"/>
          </p:cNvSpPr>
          <p:nvPr>
            <p:ph type="ctrTitle"/>
          </p:nvPr>
        </p:nvSpPr>
        <p:spPr>
          <a:xfrm>
            <a:off x="4426526" y="1261872"/>
            <a:ext cx="7273740" cy="2514945"/>
          </a:xfrm>
        </p:spPr>
        <p:txBody>
          <a:bodyPr>
            <a:normAutofit/>
          </a:bodyPr>
          <a:lstStyle/>
          <a:p>
            <a:pPr algn="r"/>
            <a:r>
              <a:rPr lang="en-US">
                <a:solidFill>
                  <a:srgbClr val="FFFFFF"/>
                </a:solidFill>
              </a:rPr>
              <a:t>P33 MVP</a:t>
            </a:r>
          </a:p>
        </p:txBody>
      </p:sp>
      <p:sp>
        <p:nvSpPr>
          <p:cNvPr id="3" name="Subtitle 2"/>
          <p:cNvSpPr>
            <a:spLocks noGrp="1"/>
          </p:cNvSpPr>
          <p:nvPr>
            <p:ph type="subTitle" idx="1"/>
          </p:nvPr>
        </p:nvSpPr>
        <p:spPr>
          <a:xfrm>
            <a:off x="4424914" y="3775950"/>
            <a:ext cx="7275889" cy="1835074"/>
          </a:xfrm>
        </p:spPr>
        <p:txBody>
          <a:bodyPr vert="horz" lIns="91440" tIns="45720" rIns="91440" bIns="45720" rtlCol="0" anchor="t">
            <a:noAutofit/>
          </a:bodyPr>
          <a:lstStyle/>
          <a:p>
            <a:pPr algn="r"/>
            <a:r>
              <a:rPr lang="en-US" sz="1400">
                <a:solidFill>
                  <a:schemeClr val="bg1"/>
                </a:solidFill>
                <a:latin typeface="Avenir Next LT Pro Light"/>
                <a:cs typeface="Arial"/>
              </a:rPr>
              <a:t>TEAM NAME:       Salty Clams and code  Java</a:t>
            </a:r>
          </a:p>
          <a:p>
            <a:pPr algn="r"/>
            <a:r>
              <a:rPr lang="en-US" sz="1400" b="0">
                <a:solidFill>
                  <a:schemeClr val="bg1"/>
                </a:solidFill>
                <a:latin typeface="Avenir Next LT Pro Light"/>
                <a:cs typeface="Arial"/>
              </a:rPr>
              <a:t>MEMBERS: Alexander Amaya </a:t>
            </a:r>
            <a:endParaRPr lang="en-US" sz="1400">
              <a:solidFill>
                <a:schemeClr val="bg1"/>
              </a:solidFill>
              <a:latin typeface="Avenir Next LT Pro Light"/>
            </a:endParaRPr>
          </a:p>
          <a:p>
            <a:pPr algn="r"/>
            <a:r>
              <a:rPr lang="en-US" sz="1400" b="0">
                <a:solidFill>
                  <a:schemeClr val="bg1"/>
                </a:solidFill>
                <a:latin typeface="Avenir Next LT Pro Light"/>
                <a:cs typeface="Arial"/>
              </a:rPr>
              <a:t>Bryan Shelton</a:t>
            </a:r>
            <a:endParaRPr lang="en-US" sz="1400">
              <a:solidFill>
                <a:schemeClr val="bg1"/>
              </a:solidFill>
              <a:latin typeface="Avenir Next LT Pro Light"/>
            </a:endParaRPr>
          </a:p>
          <a:p>
            <a:pPr algn="r"/>
            <a:r>
              <a:rPr lang="en-US" sz="1400" b="0">
                <a:solidFill>
                  <a:schemeClr val="bg1"/>
                </a:solidFill>
                <a:latin typeface="Avenir Next LT Pro Light"/>
                <a:cs typeface="Arial"/>
              </a:rPr>
              <a:t>Viktor </a:t>
            </a:r>
            <a:r>
              <a:rPr lang="en-US" sz="1400" b="0" err="1">
                <a:solidFill>
                  <a:schemeClr val="bg1"/>
                </a:solidFill>
                <a:latin typeface="Avenir Next LT Pro Light"/>
                <a:cs typeface="Arial"/>
              </a:rPr>
              <a:t>Malchenko</a:t>
            </a:r>
            <a:endParaRPr lang="en-US" sz="1400">
              <a:solidFill>
                <a:schemeClr val="bg1"/>
              </a:solidFill>
              <a:latin typeface="Avenir Next LT Pro Light"/>
            </a:endParaRPr>
          </a:p>
          <a:p>
            <a:pPr algn="r"/>
            <a:r>
              <a:rPr lang="en-US" sz="1400" b="0">
                <a:solidFill>
                  <a:schemeClr val="bg1"/>
                </a:solidFill>
                <a:latin typeface="Avenir Next LT Pro Light"/>
                <a:cs typeface="Arial"/>
              </a:rPr>
              <a:t>Paul </a:t>
            </a:r>
            <a:r>
              <a:rPr lang="en-US" sz="1400" b="0" err="1">
                <a:solidFill>
                  <a:schemeClr val="bg1"/>
                </a:solidFill>
                <a:latin typeface="Avenir Next LT Pro Light"/>
                <a:cs typeface="Arial"/>
              </a:rPr>
              <a:t>Mosincat</a:t>
            </a:r>
            <a:endParaRPr lang="en-US" sz="1400">
              <a:solidFill>
                <a:schemeClr val="bg1"/>
              </a:solidFill>
              <a:latin typeface="Avenir Next LT Pro Light"/>
            </a:endParaRPr>
          </a:p>
          <a:p>
            <a:pPr algn="r"/>
            <a:r>
              <a:rPr lang="en-US" sz="1400" b="0">
                <a:solidFill>
                  <a:schemeClr val="bg1"/>
                </a:solidFill>
                <a:latin typeface="Avenir Next LT Pro Light"/>
                <a:cs typeface="Arial"/>
              </a:rPr>
              <a:t>Miguel Colocho-Hernandez</a:t>
            </a:r>
            <a:endParaRPr lang="en-US" sz="1400">
              <a:solidFill>
                <a:schemeClr val="bg1"/>
              </a:solidFill>
              <a:latin typeface="Avenir Next LT Pro Light"/>
            </a:endParaRPr>
          </a:p>
          <a:p>
            <a:pPr algn="r"/>
            <a:r>
              <a:rPr lang="en-US" sz="1400" b="0">
                <a:solidFill>
                  <a:schemeClr val="bg1"/>
                </a:solidFill>
                <a:latin typeface="Avenir Next LT Pro Light"/>
                <a:cs typeface="Arial"/>
              </a:rPr>
              <a:t>Roberto Chacon-Sandres</a:t>
            </a:r>
            <a:endParaRPr lang="en-US" sz="1400">
              <a:solidFill>
                <a:schemeClr val="bg1"/>
              </a:solidFill>
              <a:latin typeface="Avenir Next LT Pro Light"/>
            </a:endParaRPr>
          </a:p>
          <a:p>
            <a:pPr algn="r"/>
            <a:endParaRPr lang="en-US" sz="1400">
              <a:solidFill>
                <a:schemeClr val="bg1"/>
              </a:solidFill>
              <a:latin typeface="Avenir Next LT Pro Light"/>
            </a:endParaRPr>
          </a:p>
        </p:txBody>
      </p:sp>
      <p:sp>
        <p:nvSpPr>
          <p:cNvPr id="13" name="Rectangle 12">
            <a:extLst>
              <a:ext uri="{FF2B5EF4-FFF2-40B4-BE49-F238E27FC236}">
                <a16:creationId xmlns:a16="http://schemas.microsoft.com/office/drawing/2014/main" id="{2BF5D4DB-368A-4B23-81E4-E0454BAD86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253" y="322803"/>
            <a:ext cx="642729" cy="2930667"/>
          </a:xfrm>
          <a:prstGeom prst="rect">
            <a:avLst/>
          </a:prstGeom>
          <a:blipFill dpi="0" rotWithShape="1">
            <a:blip r:embed="rId3">
              <a:alphaModFix amt="99000"/>
              <a:extLst>
                <a:ext uri="{96DAC541-7B7A-43D3-8B79-37D633B846F1}">
                  <asvg:svgBlip xmlns:asvg="http://schemas.microsoft.com/office/drawing/2016/SVG/main" r:embed="rId4"/>
                </a:ext>
              </a:extLst>
            </a:blip>
            <a:srcRect/>
            <a:tile tx="0" ty="0" sx="6000" sy="6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372D7B9-36D5-4C1F-B7C9-36717C28F1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206609" cy="20213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9857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FF28492A-DDDF-4C12-AE60-3EA02D8D20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E063DF58-06E6-4ED6-947D-1490C2F718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404030" y="-5378272"/>
            <a:ext cx="1409700" cy="12192003"/>
          </a:xfrm>
          <a:custGeom>
            <a:avLst/>
            <a:gdLst>
              <a:gd name="connsiteX0" fmla="*/ 757287 w 757287"/>
              <a:gd name="connsiteY0" fmla="*/ 3694096 h 3694096"/>
              <a:gd name="connsiteX1" fmla="*/ 757287 w 757287"/>
              <a:gd name="connsiteY1" fmla="*/ 0 h 3694096"/>
              <a:gd name="connsiteX2" fmla="*/ 0 w 757287"/>
              <a:gd name="connsiteY2" fmla="*/ 0 h 3694096"/>
              <a:gd name="connsiteX3" fmla="*/ 0 w 757287"/>
              <a:gd name="connsiteY3" fmla="*/ 3686094 h 3694096"/>
            </a:gdLst>
            <a:ahLst/>
            <a:cxnLst>
              <a:cxn ang="0">
                <a:pos x="connsiteX0" y="connsiteY0"/>
              </a:cxn>
              <a:cxn ang="0">
                <a:pos x="connsiteX1" y="connsiteY1"/>
              </a:cxn>
              <a:cxn ang="0">
                <a:pos x="connsiteX2" y="connsiteY2"/>
              </a:cxn>
              <a:cxn ang="0">
                <a:pos x="connsiteX3" y="connsiteY3"/>
              </a:cxn>
            </a:cxnLst>
            <a:rect l="l" t="t" r="r" b="b"/>
            <a:pathLst>
              <a:path w="757287" h="3694096">
                <a:moveTo>
                  <a:pt x="757287" y="3694096"/>
                </a:moveTo>
                <a:lnTo>
                  <a:pt x="757287" y="0"/>
                </a:lnTo>
                <a:lnTo>
                  <a:pt x="0" y="0"/>
                </a:lnTo>
                <a:lnTo>
                  <a:pt x="0" y="3686094"/>
                </a:lnTo>
                <a:close/>
              </a:path>
            </a:pathLst>
          </a:custGeom>
          <a:blipFill dpi="0" rotWithShape="1">
            <a:blip r:embed="rId2">
              <a:extLst>
                <a:ext uri="{96DAC541-7B7A-43D3-8B79-37D633B846F1}">
                  <asvg:svgBlip xmlns:asvg="http://schemas.microsoft.com/office/drawing/2016/SVG/main" r:embed="rId3"/>
                </a:ext>
              </a:extLst>
            </a:blip>
            <a:srcRect/>
            <a:tile tx="0" ty="0" sx="6000" sy="6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29FDF0D0-0E08-EC70-4D97-DC642B282514}"/>
              </a:ext>
            </a:extLst>
          </p:cNvPr>
          <p:cNvSpPr>
            <a:spLocks noGrp="1"/>
          </p:cNvSpPr>
          <p:nvPr>
            <p:ph type="title"/>
          </p:nvPr>
        </p:nvSpPr>
        <p:spPr>
          <a:xfrm>
            <a:off x="965750" y="517186"/>
            <a:ext cx="10282725" cy="1281181"/>
          </a:xfrm>
          <a:solidFill>
            <a:schemeClr val="accent1">
              <a:lumMod val="20000"/>
              <a:lumOff val="80000"/>
            </a:schemeClr>
          </a:solidFill>
          <a:effectLst>
            <a:outerShdw dist="190500" dir="2700000" algn="tr" rotWithShape="0">
              <a:schemeClr val="tx1"/>
            </a:outerShdw>
          </a:effectLst>
        </p:spPr>
        <p:txBody>
          <a:bodyPr anchor="ctr">
            <a:normAutofit/>
          </a:bodyPr>
          <a:lstStyle/>
          <a:p>
            <a:r>
              <a:rPr lang="en-US">
                <a:solidFill>
                  <a:srgbClr val="000000"/>
                </a:solidFill>
              </a:rPr>
              <a:t>What is the problem?</a:t>
            </a:r>
          </a:p>
        </p:txBody>
      </p:sp>
      <p:graphicFrame>
        <p:nvGraphicFramePr>
          <p:cNvPr id="21" name="Content Placeholder 2">
            <a:extLst>
              <a:ext uri="{FF2B5EF4-FFF2-40B4-BE49-F238E27FC236}">
                <a16:creationId xmlns:a16="http://schemas.microsoft.com/office/drawing/2014/main" id="{A234658E-FD6B-F397-8E57-D18E15DC9555}"/>
              </a:ext>
            </a:extLst>
          </p:cNvPr>
          <p:cNvGraphicFramePr>
            <a:graphicFrameLocks noGrp="1"/>
          </p:cNvGraphicFramePr>
          <p:nvPr>
            <p:ph idx="1"/>
            <p:extLst>
              <p:ext uri="{D42A27DB-BD31-4B8C-83A1-F6EECF244321}">
                <p14:modId xmlns:p14="http://schemas.microsoft.com/office/powerpoint/2010/main" val="3523362907"/>
              </p:ext>
            </p:extLst>
          </p:nvPr>
        </p:nvGraphicFramePr>
        <p:xfrm>
          <a:off x="808038" y="2369713"/>
          <a:ext cx="10598150" cy="397110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9542311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06CCDAE-0A4A-4C57-86B8-1F328D743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White calculator">
            <a:extLst>
              <a:ext uri="{FF2B5EF4-FFF2-40B4-BE49-F238E27FC236}">
                <a16:creationId xmlns:a16="http://schemas.microsoft.com/office/drawing/2014/main" id="{ED536B1D-2B08-B3DE-675F-D553ADA4B529}"/>
              </a:ext>
            </a:extLst>
          </p:cNvPr>
          <p:cNvPicPr>
            <a:picLocks noChangeAspect="1"/>
          </p:cNvPicPr>
          <p:nvPr/>
        </p:nvPicPr>
        <p:blipFill>
          <a:blip r:embed="rId2"/>
          <a:srcRect r="17997" b="-3"/>
          <a:stretch/>
        </p:blipFill>
        <p:spPr>
          <a:xfrm>
            <a:off x="-1" y="1"/>
            <a:ext cx="8437419" cy="6857999"/>
          </a:xfrm>
          <a:prstGeom prst="rect">
            <a:avLst/>
          </a:prstGeom>
        </p:spPr>
      </p:pic>
      <p:sp>
        <p:nvSpPr>
          <p:cNvPr id="11" name="Freeform: Shape 10">
            <a:extLst>
              <a:ext uri="{FF2B5EF4-FFF2-40B4-BE49-F238E27FC236}">
                <a16:creationId xmlns:a16="http://schemas.microsoft.com/office/drawing/2014/main" id="{5E128A23-424F-41CE-9C96-0C2384BC5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638010" y="67499"/>
            <a:ext cx="5161398" cy="8437420"/>
          </a:xfrm>
          <a:custGeom>
            <a:avLst/>
            <a:gdLst>
              <a:gd name="connsiteX0" fmla="*/ 2192785 w 2192785"/>
              <a:gd name="connsiteY0" fmla="*/ 3807381 h 3807381"/>
              <a:gd name="connsiteX1" fmla="*/ 0 w 2192785"/>
              <a:gd name="connsiteY1" fmla="*/ 3807381 h 3807381"/>
              <a:gd name="connsiteX2" fmla="*/ 0 w 2192785"/>
              <a:gd name="connsiteY2" fmla="*/ 0 h 3807381"/>
              <a:gd name="connsiteX3" fmla="*/ 2192785 w 2192785"/>
              <a:gd name="connsiteY3" fmla="*/ 0 h 3807381"/>
            </a:gdLst>
            <a:ahLst/>
            <a:cxnLst>
              <a:cxn ang="0">
                <a:pos x="connsiteX0" y="connsiteY0"/>
              </a:cxn>
              <a:cxn ang="0">
                <a:pos x="connsiteX1" y="connsiteY1"/>
              </a:cxn>
              <a:cxn ang="0">
                <a:pos x="connsiteX2" y="connsiteY2"/>
              </a:cxn>
              <a:cxn ang="0">
                <a:pos x="connsiteX3" y="connsiteY3"/>
              </a:cxn>
            </a:cxnLst>
            <a:rect l="l" t="t" r="r" b="b"/>
            <a:pathLst>
              <a:path w="2192785" h="3807381">
                <a:moveTo>
                  <a:pt x="2192785" y="3807381"/>
                </a:moveTo>
                <a:lnTo>
                  <a:pt x="0" y="3807381"/>
                </a:lnTo>
                <a:lnTo>
                  <a:pt x="0" y="0"/>
                </a:lnTo>
                <a:lnTo>
                  <a:pt x="2192785" y="0"/>
                </a:lnTo>
                <a:close/>
              </a:path>
            </a:pathLst>
          </a:custGeom>
          <a:gradFill>
            <a:gsLst>
              <a:gs pos="29000">
                <a:srgbClr val="000000">
                  <a:alpha val="0"/>
                </a:srgbClr>
              </a:gs>
              <a:gs pos="100000">
                <a:srgbClr val="000000">
                  <a:alpha val="58000"/>
                </a:srgb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29FDF0D0-0E08-EC70-4D97-DC642B282514}"/>
              </a:ext>
            </a:extLst>
          </p:cNvPr>
          <p:cNvSpPr>
            <a:spLocks noGrp="1"/>
          </p:cNvSpPr>
          <p:nvPr>
            <p:ph type="title"/>
          </p:nvPr>
        </p:nvSpPr>
        <p:spPr>
          <a:xfrm>
            <a:off x="795014" y="3342745"/>
            <a:ext cx="6412813" cy="2665434"/>
          </a:xfrm>
        </p:spPr>
        <p:txBody>
          <a:bodyPr anchor="b">
            <a:normAutofit/>
          </a:bodyPr>
          <a:lstStyle/>
          <a:p>
            <a:r>
              <a:rPr lang="en-US" sz="3600">
                <a:solidFill>
                  <a:srgbClr val="FFFFFF"/>
                </a:solidFill>
              </a:rPr>
              <a:t>WHY SHOULD you USE OUR PRODUCT?</a:t>
            </a:r>
            <a:endParaRPr lang="en-US"/>
          </a:p>
        </p:txBody>
      </p:sp>
      <p:sp>
        <p:nvSpPr>
          <p:cNvPr id="13" name="Freeform: Shape 12">
            <a:extLst>
              <a:ext uri="{FF2B5EF4-FFF2-40B4-BE49-F238E27FC236}">
                <a16:creationId xmlns:a16="http://schemas.microsoft.com/office/drawing/2014/main" id="{D51F9122-EC78-4319-BEF3-3BAC59103E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9048782" y="851150"/>
            <a:ext cx="3940765" cy="2309454"/>
          </a:xfrm>
          <a:custGeom>
            <a:avLst/>
            <a:gdLst>
              <a:gd name="connsiteX0" fmla="*/ 757287 w 757287"/>
              <a:gd name="connsiteY0" fmla="*/ 3694096 h 3694096"/>
              <a:gd name="connsiteX1" fmla="*/ 757287 w 757287"/>
              <a:gd name="connsiteY1" fmla="*/ 0 h 3694096"/>
              <a:gd name="connsiteX2" fmla="*/ 0 w 757287"/>
              <a:gd name="connsiteY2" fmla="*/ 0 h 3694096"/>
              <a:gd name="connsiteX3" fmla="*/ 0 w 757287"/>
              <a:gd name="connsiteY3" fmla="*/ 3686094 h 3694096"/>
            </a:gdLst>
            <a:ahLst/>
            <a:cxnLst>
              <a:cxn ang="0">
                <a:pos x="connsiteX0" y="connsiteY0"/>
              </a:cxn>
              <a:cxn ang="0">
                <a:pos x="connsiteX1" y="connsiteY1"/>
              </a:cxn>
              <a:cxn ang="0">
                <a:pos x="connsiteX2" y="connsiteY2"/>
              </a:cxn>
              <a:cxn ang="0">
                <a:pos x="connsiteX3" y="connsiteY3"/>
              </a:cxn>
            </a:cxnLst>
            <a:rect l="l" t="t" r="r" b="b"/>
            <a:pathLst>
              <a:path w="757287" h="3694096">
                <a:moveTo>
                  <a:pt x="757287" y="3694096"/>
                </a:moveTo>
                <a:lnTo>
                  <a:pt x="757287" y="0"/>
                </a:lnTo>
                <a:lnTo>
                  <a:pt x="0" y="0"/>
                </a:lnTo>
                <a:lnTo>
                  <a:pt x="0" y="3686094"/>
                </a:lnTo>
                <a:close/>
              </a:path>
            </a:pathLst>
          </a:custGeom>
          <a:blipFill dpi="0" rotWithShape="1">
            <a:blip r:embed="rId3">
              <a:extLst>
                <a:ext uri="{96DAC541-7B7A-43D3-8B79-37D633B846F1}">
                  <asvg:svgBlip xmlns:asvg="http://schemas.microsoft.com/office/drawing/2016/SVG/main" r:embed="rId4"/>
                </a:ext>
              </a:extLst>
            </a:blip>
            <a:srcRect/>
            <a:tile tx="0" ty="0" sx="6000" sy="6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EC4F2EB3-B40A-458E-A48D-484FD95356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33855" y="742946"/>
            <a:ext cx="3920496" cy="5365173"/>
          </a:xfrm>
          <a:custGeom>
            <a:avLst/>
            <a:gdLst>
              <a:gd name="connsiteX0" fmla="*/ 0 w 1738307"/>
              <a:gd name="connsiteY0" fmla="*/ 0 h 3276601"/>
              <a:gd name="connsiteX1" fmla="*/ 1738307 w 1738307"/>
              <a:gd name="connsiteY1" fmla="*/ 0 h 3276601"/>
              <a:gd name="connsiteX2" fmla="*/ 1738307 w 1738307"/>
              <a:gd name="connsiteY2" fmla="*/ 3276601 h 3276601"/>
              <a:gd name="connsiteX3" fmla="*/ 0 w 1738307"/>
              <a:gd name="connsiteY3" fmla="*/ 3276601 h 3276601"/>
            </a:gdLst>
            <a:ahLst/>
            <a:cxnLst>
              <a:cxn ang="0">
                <a:pos x="connsiteX0" y="connsiteY0"/>
              </a:cxn>
              <a:cxn ang="0">
                <a:pos x="connsiteX1" y="connsiteY1"/>
              </a:cxn>
              <a:cxn ang="0">
                <a:pos x="connsiteX2" y="connsiteY2"/>
              </a:cxn>
              <a:cxn ang="0">
                <a:pos x="connsiteX3" y="connsiteY3"/>
              </a:cxn>
            </a:cxnLst>
            <a:rect l="l" t="t" r="r" b="b"/>
            <a:pathLst>
              <a:path w="1738307" h="3276601">
                <a:moveTo>
                  <a:pt x="0" y="0"/>
                </a:moveTo>
                <a:lnTo>
                  <a:pt x="1738307" y="0"/>
                </a:lnTo>
                <a:lnTo>
                  <a:pt x="1738307" y="3276601"/>
                </a:lnTo>
                <a:lnTo>
                  <a:pt x="0" y="3276601"/>
                </a:lnTo>
                <a:close/>
              </a:path>
            </a:pathLst>
          </a:custGeom>
          <a:solidFill>
            <a:schemeClr val="accent1">
              <a:lumMod val="20000"/>
              <a:lumOff val="80000"/>
            </a:schemeClr>
          </a:solidFill>
          <a:ln>
            <a:noFill/>
          </a:ln>
          <a:effectLst>
            <a:outerShdw dist="165100" dir="18900000" algn="tr" rotWithShape="0">
              <a:schemeClr val="tx1"/>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6CCD4CBB-4FEC-F380-21C1-462E06B514D9}"/>
              </a:ext>
            </a:extLst>
          </p:cNvPr>
          <p:cNvSpPr>
            <a:spLocks noGrp="1"/>
          </p:cNvSpPr>
          <p:nvPr>
            <p:ph idx="1"/>
          </p:nvPr>
        </p:nvSpPr>
        <p:spPr>
          <a:xfrm>
            <a:off x="7634187" y="740660"/>
            <a:ext cx="3905969" cy="5366064"/>
          </a:xfrm>
        </p:spPr>
        <p:txBody>
          <a:bodyPr vert="horz" lIns="91440" tIns="45720" rIns="91440" bIns="45720" rtlCol="0" anchor="ctr">
            <a:normAutofit/>
          </a:bodyPr>
          <a:lstStyle/>
          <a:p>
            <a:pPr marL="0" indent="0" algn="ctr">
              <a:buNone/>
            </a:pPr>
            <a:r>
              <a:rPr lang="en-US">
                <a:solidFill>
                  <a:srgbClr val="000000"/>
                </a:solidFill>
                <a:latin typeface="Avenir Next LT Pro Light"/>
              </a:rPr>
              <a:t>With help of our Budget Buddy - Goldie, you can </a:t>
            </a:r>
          </a:p>
          <a:p>
            <a:pPr marL="342900" indent="-342900"/>
            <a:r>
              <a:rPr lang="en-US">
                <a:solidFill>
                  <a:srgbClr val="000000"/>
                </a:solidFill>
                <a:latin typeface="Avenir Next LT Pro Light"/>
              </a:rPr>
              <a:t>Categorize your expenses</a:t>
            </a:r>
            <a:endParaRPr lang="en-US"/>
          </a:p>
          <a:p>
            <a:pPr marL="342900" indent="-342900"/>
            <a:r>
              <a:rPr lang="en-US"/>
              <a:t>Generate visual reports of your finances</a:t>
            </a:r>
          </a:p>
          <a:p>
            <a:pPr marL="342900" indent="-342900"/>
            <a:r>
              <a:rPr lang="en-US">
                <a:solidFill>
                  <a:srgbClr val="000000"/>
                </a:solidFill>
                <a:latin typeface="Avenir Next LT Pro Light"/>
              </a:rPr>
              <a:t>See your total spendings</a:t>
            </a:r>
            <a:endParaRPr lang="en-US"/>
          </a:p>
          <a:p>
            <a:pPr marL="342900" indent="-342900"/>
            <a:r>
              <a:rPr lang="en-US">
                <a:solidFill>
                  <a:srgbClr val="000000"/>
                </a:solidFill>
                <a:latin typeface="Avenir Next LT Pro Light"/>
              </a:rPr>
              <a:t>Set your goals and achieve them! </a:t>
            </a:r>
            <a:endParaRPr lang="en-US"/>
          </a:p>
          <a:p>
            <a:endParaRPr lang="en-US">
              <a:solidFill>
                <a:srgbClr val="000000"/>
              </a:solidFill>
            </a:endParaRPr>
          </a:p>
        </p:txBody>
      </p:sp>
      <p:sp>
        <p:nvSpPr>
          <p:cNvPr id="6" name="Title 1">
            <a:extLst>
              <a:ext uri="{FF2B5EF4-FFF2-40B4-BE49-F238E27FC236}">
                <a16:creationId xmlns:a16="http://schemas.microsoft.com/office/drawing/2014/main" id="{9C2AF872-CD30-459A-6319-A2405049E7C6}"/>
              </a:ext>
            </a:extLst>
          </p:cNvPr>
          <p:cNvSpPr txBox="1">
            <a:spLocks/>
          </p:cNvSpPr>
          <p:nvPr/>
        </p:nvSpPr>
        <p:spPr>
          <a:xfrm>
            <a:off x="240721" y="10839"/>
            <a:ext cx="7389893" cy="1872709"/>
          </a:xfrm>
          <a:prstGeom prst="rect">
            <a:avLst/>
          </a:prstGeom>
        </p:spPr>
        <p:txBody>
          <a:bodyPr vert="horz" lIns="91440" tIns="45720" rIns="91440" bIns="45720" rtlCol="0" anchor="b">
            <a:normAutofit/>
          </a:bodyPr>
          <a:lstStyle>
            <a:lvl1pPr algn="l" defTabSz="914400" rtl="0" eaLnBrk="1" latinLnBrk="0" hangingPunct="1">
              <a:lnSpc>
                <a:spcPct val="120000"/>
              </a:lnSpc>
              <a:spcBef>
                <a:spcPct val="0"/>
              </a:spcBef>
              <a:buNone/>
              <a:defRPr sz="3200" kern="1200" cap="all" spc="700" baseline="0">
                <a:solidFill>
                  <a:schemeClr val="tx1"/>
                </a:solidFill>
                <a:latin typeface="+mj-lt"/>
                <a:ea typeface="+mj-ea"/>
                <a:cs typeface="+mj-cs"/>
              </a:defRPr>
            </a:lvl1pPr>
          </a:lstStyle>
          <a:p>
            <a:r>
              <a:rPr lang="en-US" sz="2400">
                <a:latin typeface="Seaford"/>
                <a:ea typeface="+mj-lt"/>
                <a:cs typeface="+mj-lt"/>
              </a:rPr>
              <a:t>No need to waste any more paper, ink and your nerves!</a:t>
            </a:r>
            <a:endParaRPr lang="en-US" sz="2400">
              <a:latin typeface="Seaford"/>
            </a:endParaRPr>
          </a:p>
          <a:p>
            <a:endParaRPr lang="en-US" sz="3600">
              <a:solidFill>
                <a:srgbClr val="FFFFFF"/>
              </a:solidFill>
            </a:endParaRPr>
          </a:p>
        </p:txBody>
      </p:sp>
      <p:pic>
        <p:nvPicPr>
          <p:cNvPr id="7" name="Picture 6" descr="A cartoon turtle with a black background&#10;&#10;Description automatically generated">
            <a:extLst>
              <a:ext uri="{FF2B5EF4-FFF2-40B4-BE49-F238E27FC236}">
                <a16:creationId xmlns:a16="http://schemas.microsoft.com/office/drawing/2014/main" id="{D6E9EEB3-DE23-FC49-ED96-F68B794D5FDC}"/>
              </a:ext>
            </a:extLst>
          </p:cNvPr>
          <p:cNvPicPr>
            <a:picLocks noChangeAspect="1"/>
          </p:cNvPicPr>
          <p:nvPr/>
        </p:nvPicPr>
        <p:blipFill>
          <a:blip r:embed="rId5"/>
          <a:stretch>
            <a:fillRect/>
          </a:stretch>
        </p:blipFill>
        <p:spPr>
          <a:xfrm>
            <a:off x="8895833" y="4677537"/>
            <a:ext cx="2352675" cy="1724025"/>
          </a:xfrm>
          <a:prstGeom prst="rect">
            <a:avLst/>
          </a:prstGeom>
        </p:spPr>
      </p:pic>
    </p:spTree>
    <p:extLst>
      <p:ext uri="{BB962C8B-B14F-4D97-AF65-F5344CB8AC3E}">
        <p14:creationId xmlns:p14="http://schemas.microsoft.com/office/powerpoint/2010/main" val="37505519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DC024122-C80E-4076-B618-426FF2225C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9FDF0D0-0E08-EC70-4D97-DC642B282514}"/>
              </a:ext>
            </a:extLst>
          </p:cNvPr>
          <p:cNvSpPr>
            <a:spLocks noGrp="1"/>
          </p:cNvSpPr>
          <p:nvPr>
            <p:ph type="title"/>
          </p:nvPr>
        </p:nvSpPr>
        <p:spPr>
          <a:xfrm>
            <a:off x="1105572" y="218933"/>
            <a:ext cx="8139838" cy="1397004"/>
          </a:xfrm>
        </p:spPr>
        <p:txBody>
          <a:bodyPr anchor="b">
            <a:normAutofit/>
          </a:bodyPr>
          <a:lstStyle/>
          <a:p>
            <a:r>
              <a:rPr lang="en-US"/>
              <a:t>What are the features?</a:t>
            </a:r>
          </a:p>
        </p:txBody>
      </p:sp>
      <p:grpSp>
        <p:nvGrpSpPr>
          <p:cNvPr id="74" name="Group 73">
            <a:extLst>
              <a:ext uri="{FF2B5EF4-FFF2-40B4-BE49-F238E27FC236}">
                <a16:creationId xmlns:a16="http://schemas.microsoft.com/office/drawing/2014/main" id="{829DAB2C-3574-4B22-939F-BB6C5D2637B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581000" cy="3664635"/>
            <a:chOff x="5006254" y="-1431285"/>
            <a:chExt cx="581000" cy="3664635"/>
          </a:xfrm>
        </p:grpSpPr>
        <p:sp>
          <p:nvSpPr>
            <p:cNvPr id="75" name="Rectangle 74">
              <a:extLst>
                <a:ext uri="{FF2B5EF4-FFF2-40B4-BE49-F238E27FC236}">
                  <a16:creationId xmlns:a16="http://schemas.microsoft.com/office/drawing/2014/main" id="{96BD37F6-BAB4-4BBF-B3E2-4395EAB835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flipV="1">
              <a:off x="5061025" y="-788944"/>
              <a:ext cx="526229" cy="3022294"/>
            </a:xfrm>
            <a:prstGeom prst="rect">
              <a:avLst/>
            </a:prstGeom>
            <a:blipFill dpi="0" rotWithShape="1">
              <a:blip r:embed="rId2">
                <a:extLst>
                  <a:ext uri="{96DAC541-7B7A-43D3-8B79-37D633B846F1}">
                    <asvg:svgBlip xmlns:asvg="http://schemas.microsoft.com/office/drawing/2016/SVG/main" r:embed="rId3"/>
                  </a:ext>
                </a:extLst>
              </a:blip>
              <a:srcRect/>
              <a:tile tx="0" ty="0" sx="6000" sy="6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a:extLst>
                <a:ext uri="{FF2B5EF4-FFF2-40B4-BE49-F238E27FC236}">
                  <a16:creationId xmlns:a16="http://schemas.microsoft.com/office/drawing/2014/main" id="{B9809A8D-5A7C-4A05-9F64-844C66FABC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flipV="1">
              <a:off x="5006254" y="-1431285"/>
              <a:ext cx="206609" cy="20213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6" name="Picture 5" descr="A screenshot of a computer&#10;&#10;Description automatically generated">
            <a:extLst>
              <a:ext uri="{FF2B5EF4-FFF2-40B4-BE49-F238E27FC236}">
                <a16:creationId xmlns:a16="http://schemas.microsoft.com/office/drawing/2014/main" id="{FF04120A-4666-056E-638B-9F3747F26F35}"/>
              </a:ext>
            </a:extLst>
          </p:cNvPr>
          <p:cNvPicPr>
            <a:picLocks noChangeAspect="1"/>
          </p:cNvPicPr>
          <p:nvPr/>
        </p:nvPicPr>
        <p:blipFill>
          <a:blip r:embed="rId4"/>
          <a:srcRect l="469" t="-1932" r="156" b="-242"/>
          <a:stretch/>
        </p:blipFill>
        <p:spPr>
          <a:xfrm>
            <a:off x="6094130" y="1829130"/>
            <a:ext cx="6089540" cy="4099167"/>
          </a:xfrm>
          <a:prstGeom prst="rect">
            <a:avLst/>
          </a:prstGeom>
        </p:spPr>
      </p:pic>
      <p:graphicFrame>
        <p:nvGraphicFramePr>
          <p:cNvPr id="67" name="Content Placeholder 2">
            <a:extLst>
              <a:ext uri="{FF2B5EF4-FFF2-40B4-BE49-F238E27FC236}">
                <a16:creationId xmlns:a16="http://schemas.microsoft.com/office/drawing/2014/main" id="{0C52D881-7C9F-B624-B70B-43A1337787AA}"/>
              </a:ext>
            </a:extLst>
          </p:cNvPr>
          <p:cNvGraphicFramePr>
            <a:graphicFrameLocks noGrp="1"/>
          </p:cNvGraphicFramePr>
          <p:nvPr>
            <p:ph idx="1"/>
            <p:extLst>
              <p:ext uri="{D42A27DB-BD31-4B8C-83A1-F6EECF244321}">
                <p14:modId xmlns:p14="http://schemas.microsoft.com/office/powerpoint/2010/main" val="226580871"/>
              </p:ext>
            </p:extLst>
          </p:nvPr>
        </p:nvGraphicFramePr>
        <p:xfrm>
          <a:off x="156412" y="2170428"/>
          <a:ext cx="5733524" cy="375666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22267098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94C6E-0BDD-448F-E485-2A9FE79F792C}"/>
              </a:ext>
            </a:extLst>
          </p:cNvPr>
          <p:cNvSpPr>
            <a:spLocks noGrp="1"/>
          </p:cNvSpPr>
          <p:nvPr>
            <p:ph type="title"/>
          </p:nvPr>
        </p:nvSpPr>
        <p:spPr>
          <a:xfrm>
            <a:off x="382458" y="-577689"/>
            <a:ext cx="10357666" cy="1438450"/>
          </a:xfrm>
        </p:spPr>
        <p:txBody>
          <a:bodyPr/>
          <a:lstStyle/>
          <a:p>
            <a:r>
              <a:rPr lang="en-US"/>
              <a:t>Creation of the project</a:t>
            </a:r>
          </a:p>
        </p:txBody>
      </p:sp>
      <p:pic>
        <p:nvPicPr>
          <p:cNvPr id="4" name="Content Placeholder 3" descr="A diagram of a graph&#10;&#10;Description automatically generated">
            <a:extLst>
              <a:ext uri="{FF2B5EF4-FFF2-40B4-BE49-F238E27FC236}">
                <a16:creationId xmlns:a16="http://schemas.microsoft.com/office/drawing/2014/main" id="{864BF348-772D-19AA-5C5D-CE2E8734C1F4}"/>
              </a:ext>
            </a:extLst>
          </p:cNvPr>
          <p:cNvPicPr>
            <a:picLocks noGrp="1" noChangeAspect="1"/>
          </p:cNvPicPr>
          <p:nvPr>
            <p:ph idx="1"/>
          </p:nvPr>
        </p:nvPicPr>
        <p:blipFill>
          <a:blip r:embed="rId2"/>
          <a:stretch>
            <a:fillRect/>
          </a:stretch>
        </p:blipFill>
        <p:spPr>
          <a:xfrm>
            <a:off x="7396" y="1392010"/>
            <a:ext cx="12186133" cy="4915547"/>
          </a:xfrm>
        </p:spPr>
      </p:pic>
    </p:spTree>
    <p:extLst>
      <p:ext uri="{BB962C8B-B14F-4D97-AF65-F5344CB8AC3E}">
        <p14:creationId xmlns:p14="http://schemas.microsoft.com/office/powerpoint/2010/main" val="12064839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F0C817C9-850F-4FB6-B93B-CF3076C4A5C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0" y="0"/>
            <a:ext cx="567782" cy="3306479"/>
            <a:chOff x="11619770" y="-2005"/>
            <a:chExt cx="567782" cy="3306479"/>
          </a:xfrm>
        </p:grpSpPr>
        <p:sp>
          <p:nvSpPr>
            <p:cNvPr id="10" name="Freeform: Shape 9">
              <a:extLst>
                <a:ext uri="{FF2B5EF4-FFF2-40B4-BE49-F238E27FC236}">
                  <a16:creationId xmlns:a16="http://schemas.microsoft.com/office/drawing/2014/main" id="{159433A8-B67D-4675-AFDE-131069A709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V="1">
              <a:off x="11619770" y="373807"/>
              <a:ext cx="526228" cy="2930667"/>
            </a:xfrm>
            <a:custGeom>
              <a:avLst/>
              <a:gdLst>
                <a:gd name="connsiteX0" fmla="*/ 757287 w 757287"/>
                <a:gd name="connsiteY0" fmla="*/ 3694096 h 3694096"/>
                <a:gd name="connsiteX1" fmla="*/ 757287 w 757287"/>
                <a:gd name="connsiteY1" fmla="*/ 0 h 3694096"/>
                <a:gd name="connsiteX2" fmla="*/ 0 w 757287"/>
                <a:gd name="connsiteY2" fmla="*/ 0 h 3694096"/>
                <a:gd name="connsiteX3" fmla="*/ 0 w 757287"/>
                <a:gd name="connsiteY3" fmla="*/ 3686094 h 3694096"/>
              </a:gdLst>
              <a:ahLst/>
              <a:cxnLst>
                <a:cxn ang="0">
                  <a:pos x="connsiteX0" y="connsiteY0"/>
                </a:cxn>
                <a:cxn ang="0">
                  <a:pos x="connsiteX1" y="connsiteY1"/>
                </a:cxn>
                <a:cxn ang="0">
                  <a:pos x="connsiteX2" y="connsiteY2"/>
                </a:cxn>
                <a:cxn ang="0">
                  <a:pos x="connsiteX3" y="connsiteY3"/>
                </a:cxn>
              </a:cxnLst>
              <a:rect l="l" t="t" r="r" b="b"/>
              <a:pathLst>
                <a:path w="757287" h="3694096">
                  <a:moveTo>
                    <a:pt x="757287" y="3694096"/>
                  </a:moveTo>
                  <a:lnTo>
                    <a:pt x="757287" y="0"/>
                  </a:lnTo>
                  <a:lnTo>
                    <a:pt x="0" y="0"/>
                  </a:lnTo>
                  <a:lnTo>
                    <a:pt x="0" y="3686094"/>
                  </a:lnTo>
                  <a:close/>
                </a:path>
              </a:pathLst>
            </a:custGeom>
            <a:blipFill dpi="0" rotWithShape="1">
              <a:blip r:embed="rId2">
                <a:extLst>
                  <a:ext uri="{96DAC541-7B7A-43D3-8B79-37D633B846F1}">
                    <asvg:svgBlip xmlns:asvg="http://schemas.microsoft.com/office/drawing/2016/SVG/main" r:embed="rId3"/>
                  </a:ext>
                </a:extLst>
              </a:blip>
              <a:srcRect/>
              <a:tile tx="0" ty="0" sx="6000" sy="6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Rectangle 10">
              <a:extLst>
                <a:ext uri="{FF2B5EF4-FFF2-40B4-BE49-F238E27FC236}">
                  <a16:creationId xmlns:a16="http://schemas.microsoft.com/office/drawing/2014/main" id="{E1CD1C45-6A4D-4237-B39C-2D58F401A8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11980943" y="-2005"/>
              <a:ext cx="206609" cy="20213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useBgFill="1">
        <p:nvSpPr>
          <p:cNvPr id="13" name="Rectangle 12">
            <a:extLst>
              <a:ext uri="{FF2B5EF4-FFF2-40B4-BE49-F238E27FC236}">
                <a16:creationId xmlns:a16="http://schemas.microsoft.com/office/drawing/2014/main" id="{A599224A-F219-4DF9-8183-F7C098A5CE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CC3B9006-4406-4E2F-8B42-6A968FCC89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43161" y="1159866"/>
            <a:ext cx="4527613" cy="4527613"/>
          </a:xfrm>
          <a:prstGeom prst="ellipse">
            <a:avLst/>
          </a:prstGeom>
          <a:solidFill>
            <a:schemeClr val="accent1">
              <a:lumMod val="20000"/>
              <a:lumOff val="80000"/>
            </a:schemeClr>
          </a:solidFill>
          <a:ln>
            <a:noFill/>
          </a:ln>
          <a:effectLst>
            <a:outerShdw dist="165100" dir="12840000" algn="tr" rotWithShape="0">
              <a:schemeClr val="tx1"/>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196AAAF-9633-0317-AADF-3DC363D8DDB7}"/>
              </a:ext>
            </a:extLst>
          </p:cNvPr>
          <p:cNvSpPr>
            <a:spLocks noGrp="1"/>
          </p:cNvSpPr>
          <p:nvPr>
            <p:ph type="title"/>
          </p:nvPr>
        </p:nvSpPr>
        <p:spPr>
          <a:xfrm>
            <a:off x="1110793" y="1975872"/>
            <a:ext cx="4192348" cy="2006601"/>
          </a:xfrm>
        </p:spPr>
        <p:txBody>
          <a:bodyPr vert="horz" lIns="91440" tIns="45720" rIns="91440" bIns="45720" rtlCol="0" anchor="b">
            <a:normAutofit/>
          </a:bodyPr>
          <a:lstStyle/>
          <a:p>
            <a:pPr algn="ctr">
              <a:lnSpc>
                <a:spcPct val="130000"/>
              </a:lnSpc>
            </a:pPr>
            <a:r>
              <a:rPr lang="en-US" spc="1300">
                <a:solidFill>
                  <a:srgbClr val="000000"/>
                </a:solidFill>
              </a:rPr>
              <a:t>Creation Project</a:t>
            </a:r>
          </a:p>
        </p:txBody>
      </p:sp>
      <p:pic>
        <p:nvPicPr>
          <p:cNvPr id="4" name="Content Placeholder 3" descr="A diagram of a computer system&#10;&#10;Description automatically generated">
            <a:extLst>
              <a:ext uri="{FF2B5EF4-FFF2-40B4-BE49-F238E27FC236}">
                <a16:creationId xmlns:a16="http://schemas.microsoft.com/office/drawing/2014/main" id="{9FD2D2E3-7374-5C4B-974B-C44F0FC2F961}"/>
              </a:ext>
            </a:extLst>
          </p:cNvPr>
          <p:cNvPicPr>
            <a:picLocks noGrp="1" noChangeAspect="1"/>
          </p:cNvPicPr>
          <p:nvPr>
            <p:ph idx="1"/>
          </p:nvPr>
        </p:nvPicPr>
        <p:blipFill>
          <a:blip r:embed="rId4"/>
          <a:stretch>
            <a:fillRect/>
          </a:stretch>
        </p:blipFill>
        <p:spPr>
          <a:xfrm>
            <a:off x="6531430" y="2326305"/>
            <a:ext cx="4717410" cy="2205389"/>
          </a:xfrm>
          <a:prstGeom prst="rect">
            <a:avLst/>
          </a:prstGeom>
        </p:spPr>
      </p:pic>
    </p:spTree>
    <p:extLst>
      <p:ext uri="{BB962C8B-B14F-4D97-AF65-F5344CB8AC3E}">
        <p14:creationId xmlns:p14="http://schemas.microsoft.com/office/powerpoint/2010/main" val="14018845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DE89493-AC86-4DB9-8963-3671DDEBE8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78A0999-A2B1-04F8-8731-3041DCAD91D7}"/>
              </a:ext>
            </a:extLst>
          </p:cNvPr>
          <p:cNvSpPr>
            <a:spLocks noGrp="1"/>
          </p:cNvSpPr>
          <p:nvPr>
            <p:ph type="title"/>
          </p:nvPr>
        </p:nvSpPr>
        <p:spPr>
          <a:xfrm>
            <a:off x="814656" y="665389"/>
            <a:ext cx="5807818" cy="1507193"/>
          </a:xfrm>
        </p:spPr>
        <p:txBody>
          <a:bodyPr anchor="b">
            <a:normAutofit/>
          </a:bodyPr>
          <a:lstStyle/>
          <a:p>
            <a:r>
              <a:rPr lang="en-US"/>
              <a:t>Creation of project: Process</a:t>
            </a:r>
          </a:p>
        </p:txBody>
      </p:sp>
      <p:sp>
        <p:nvSpPr>
          <p:cNvPr id="11" name="Rectangle 10">
            <a:extLst>
              <a:ext uri="{FF2B5EF4-FFF2-40B4-BE49-F238E27FC236}">
                <a16:creationId xmlns:a16="http://schemas.microsoft.com/office/drawing/2014/main" id="{BDAC9C0A-BBCA-4B9F-8ADF-5B2CCB19F9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206609" cy="20213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52E7B74-4A20-C215-43DE-8B9016E7BEEA}"/>
              </a:ext>
            </a:extLst>
          </p:cNvPr>
          <p:cNvSpPr>
            <a:spLocks noGrp="1"/>
          </p:cNvSpPr>
          <p:nvPr>
            <p:ph idx="1"/>
          </p:nvPr>
        </p:nvSpPr>
        <p:spPr>
          <a:xfrm>
            <a:off x="814656" y="2400301"/>
            <a:ext cx="5568215" cy="3733800"/>
          </a:xfrm>
        </p:spPr>
        <p:txBody>
          <a:bodyPr vert="horz" lIns="91440" tIns="45720" rIns="91440" bIns="45720" rtlCol="0">
            <a:normAutofit/>
          </a:bodyPr>
          <a:lstStyle/>
          <a:p>
            <a:r>
              <a:rPr lang="en-US"/>
              <a:t>Deliverables/Stories</a:t>
            </a:r>
          </a:p>
          <a:p>
            <a:r>
              <a:rPr lang="en-US"/>
              <a:t>Split Work</a:t>
            </a:r>
          </a:p>
          <a:p>
            <a:r>
              <a:rPr lang="en-US"/>
              <a:t>Voice/Zoom Calls</a:t>
            </a:r>
          </a:p>
          <a:p>
            <a:r>
              <a:rPr lang="en-US"/>
              <a:t>Research </a:t>
            </a:r>
          </a:p>
          <a:p>
            <a:r>
              <a:rPr lang="en-US"/>
              <a:t>Testing</a:t>
            </a:r>
          </a:p>
        </p:txBody>
      </p:sp>
      <p:sp>
        <p:nvSpPr>
          <p:cNvPr id="13" name="Freeform: Shape 12">
            <a:extLst>
              <a:ext uri="{FF2B5EF4-FFF2-40B4-BE49-F238E27FC236}">
                <a16:creationId xmlns:a16="http://schemas.microsoft.com/office/drawing/2014/main" id="{148D47FD-99F1-4F70-A0B7-DE3FFDD3B8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630921" y="2766496"/>
            <a:ext cx="5385102" cy="1987416"/>
          </a:xfrm>
          <a:custGeom>
            <a:avLst/>
            <a:gdLst>
              <a:gd name="connsiteX0" fmla="*/ 757287 w 757287"/>
              <a:gd name="connsiteY0" fmla="*/ 3694096 h 3694096"/>
              <a:gd name="connsiteX1" fmla="*/ 757287 w 757287"/>
              <a:gd name="connsiteY1" fmla="*/ 0 h 3694096"/>
              <a:gd name="connsiteX2" fmla="*/ 0 w 757287"/>
              <a:gd name="connsiteY2" fmla="*/ 0 h 3694096"/>
              <a:gd name="connsiteX3" fmla="*/ 0 w 757287"/>
              <a:gd name="connsiteY3" fmla="*/ 3686094 h 3694096"/>
            </a:gdLst>
            <a:ahLst/>
            <a:cxnLst>
              <a:cxn ang="0">
                <a:pos x="connsiteX0" y="connsiteY0"/>
              </a:cxn>
              <a:cxn ang="0">
                <a:pos x="connsiteX1" y="connsiteY1"/>
              </a:cxn>
              <a:cxn ang="0">
                <a:pos x="connsiteX2" y="connsiteY2"/>
              </a:cxn>
              <a:cxn ang="0">
                <a:pos x="connsiteX3" y="connsiteY3"/>
              </a:cxn>
            </a:cxnLst>
            <a:rect l="l" t="t" r="r" b="b"/>
            <a:pathLst>
              <a:path w="757287" h="3694096">
                <a:moveTo>
                  <a:pt x="757287" y="3694096"/>
                </a:moveTo>
                <a:lnTo>
                  <a:pt x="757287" y="0"/>
                </a:lnTo>
                <a:lnTo>
                  <a:pt x="0" y="0"/>
                </a:lnTo>
                <a:lnTo>
                  <a:pt x="0" y="3686094"/>
                </a:lnTo>
                <a:close/>
              </a:path>
            </a:pathLst>
          </a:custGeom>
          <a:blipFill dpi="0" rotWithShape="1">
            <a:blip r:embed="rId2">
              <a:extLst>
                <a:ext uri="{96DAC541-7B7A-43D3-8B79-37D633B846F1}">
                  <asvg:svgBlip xmlns:asvg="http://schemas.microsoft.com/office/drawing/2016/SVG/main" r:embed="rId3"/>
                </a:ext>
              </a:extLst>
            </a:blip>
            <a:srcRect/>
            <a:tile tx="0" ty="0" sx="6000" sy="6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Picture 3" descr="A diagram of a goal&#10;&#10;Description automatically generated">
            <a:extLst>
              <a:ext uri="{FF2B5EF4-FFF2-40B4-BE49-F238E27FC236}">
                <a16:creationId xmlns:a16="http://schemas.microsoft.com/office/drawing/2014/main" id="{2EA310E8-3049-DEA2-BB20-6A26DF4A0484}"/>
              </a:ext>
            </a:extLst>
          </p:cNvPr>
          <p:cNvPicPr>
            <a:picLocks noChangeAspect="1"/>
          </p:cNvPicPr>
          <p:nvPr/>
        </p:nvPicPr>
        <p:blipFill>
          <a:blip r:embed="rId4"/>
          <a:srcRect l="8356" r="5152" b="1"/>
          <a:stretch/>
        </p:blipFill>
        <p:spPr>
          <a:xfrm>
            <a:off x="7696200" y="10"/>
            <a:ext cx="4495800" cy="6047499"/>
          </a:xfrm>
          <a:custGeom>
            <a:avLst/>
            <a:gdLst/>
            <a:ahLst/>
            <a:cxnLst/>
            <a:rect l="l" t="t" r="r" b="b"/>
            <a:pathLst>
              <a:path w="2093843" h="1948070">
                <a:moveTo>
                  <a:pt x="0" y="0"/>
                </a:moveTo>
                <a:lnTo>
                  <a:pt x="2093843" y="0"/>
                </a:lnTo>
                <a:lnTo>
                  <a:pt x="2093843" y="1948070"/>
                </a:lnTo>
                <a:lnTo>
                  <a:pt x="0" y="1948070"/>
                </a:lnTo>
                <a:close/>
              </a:path>
            </a:pathLst>
          </a:custGeom>
          <a:effectLst/>
        </p:spPr>
      </p:pic>
    </p:spTree>
    <p:extLst>
      <p:ext uri="{BB962C8B-B14F-4D97-AF65-F5344CB8AC3E}">
        <p14:creationId xmlns:p14="http://schemas.microsoft.com/office/powerpoint/2010/main" val="36217621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4DE89493-AC86-4DB9-8963-3671DDEBE8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E77A1FE-F3AC-3FA8-6DC1-F56DF8DD069E}"/>
              </a:ext>
            </a:extLst>
          </p:cNvPr>
          <p:cNvSpPr>
            <a:spLocks noGrp="1"/>
          </p:cNvSpPr>
          <p:nvPr>
            <p:ph type="title"/>
          </p:nvPr>
        </p:nvSpPr>
        <p:spPr>
          <a:xfrm>
            <a:off x="814656" y="665389"/>
            <a:ext cx="5807818" cy="1507193"/>
          </a:xfrm>
        </p:spPr>
        <p:txBody>
          <a:bodyPr anchor="b">
            <a:normAutofit/>
          </a:bodyPr>
          <a:lstStyle/>
          <a:p>
            <a:r>
              <a:rPr lang="en-US"/>
              <a:t>Creation of Project</a:t>
            </a:r>
          </a:p>
        </p:txBody>
      </p:sp>
      <p:sp>
        <p:nvSpPr>
          <p:cNvPr id="20" name="Rectangle 19">
            <a:extLst>
              <a:ext uri="{FF2B5EF4-FFF2-40B4-BE49-F238E27FC236}">
                <a16:creationId xmlns:a16="http://schemas.microsoft.com/office/drawing/2014/main" id="{BDAC9C0A-BBCA-4B9F-8ADF-5B2CCB19F9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206609" cy="20213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1AC4606-6070-D170-BD7A-AA5996F08C75}"/>
              </a:ext>
            </a:extLst>
          </p:cNvPr>
          <p:cNvSpPr>
            <a:spLocks noGrp="1"/>
          </p:cNvSpPr>
          <p:nvPr>
            <p:ph idx="1"/>
          </p:nvPr>
        </p:nvSpPr>
        <p:spPr>
          <a:xfrm>
            <a:off x="814656" y="2400301"/>
            <a:ext cx="5568215" cy="3733800"/>
          </a:xfrm>
        </p:spPr>
        <p:txBody>
          <a:bodyPr vert="horz" lIns="91440" tIns="45720" rIns="91440" bIns="45720" rtlCol="0" anchor="t">
            <a:normAutofit/>
          </a:bodyPr>
          <a:lstStyle/>
          <a:p>
            <a:r>
              <a:rPr lang="en-US"/>
              <a:t>Tech Stack</a:t>
            </a:r>
          </a:p>
          <a:p>
            <a:pPr lvl="1">
              <a:buFont typeface="Courier New" panose="020B0604020202020204" pitchFamily="34" charset="0"/>
              <a:buChar char="o"/>
            </a:pPr>
            <a:r>
              <a:rPr lang="en-US" sz="2000"/>
              <a:t>Java, JavaScript, Node.JS, HTML, CSS</a:t>
            </a:r>
          </a:p>
          <a:p>
            <a:r>
              <a:rPr lang="en-US"/>
              <a:t>Add On's</a:t>
            </a:r>
          </a:p>
          <a:p>
            <a:pPr lvl="1">
              <a:buFont typeface="Courier New" panose="020B0604020202020204" pitchFamily="34" charset="0"/>
              <a:buChar char="o"/>
            </a:pPr>
            <a:r>
              <a:rPr lang="en-US" sz="2000"/>
              <a:t>Basic Forms, Fetch.html, Dynamic Charts</a:t>
            </a:r>
          </a:p>
          <a:p>
            <a:r>
              <a:rPr lang="en-US"/>
              <a:t>Strategy</a:t>
            </a:r>
          </a:p>
          <a:p>
            <a:pPr lvl="1">
              <a:buFont typeface="Courier New" panose="020B0604020202020204" pitchFamily="34" charset="0"/>
              <a:buChar char="o"/>
            </a:pPr>
            <a:r>
              <a:rPr lang="en-US"/>
              <a:t>Simple and User friendly</a:t>
            </a:r>
          </a:p>
          <a:p>
            <a:pPr lvl="1">
              <a:buFont typeface="Courier New" panose="020B0604020202020204" pitchFamily="34" charset="0"/>
              <a:buChar char="o"/>
            </a:pPr>
            <a:endParaRPr lang="en-US"/>
          </a:p>
          <a:p>
            <a:pPr lvl="1">
              <a:buFont typeface="Courier New" panose="020B0604020202020204" pitchFamily="34" charset="0"/>
              <a:buChar char="o"/>
            </a:pPr>
            <a:endParaRPr lang="en-US"/>
          </a:p>
        </p:txBody>
      </p:sp>
      <p:sp>
        <p:nvSpPr>
          <p:cNvPr id="22" name="Freeform: Shape 21">
            <a:extLst>
              <a:ext uri="{FF2B5EF4-FFF2-40B4-BE49-F238E27FC236}">
                <a16:creationId xmlns:a16="http://schemas.microsoft.com/office/drawing/2014/main" id="{148D47FD-99F1-4F70-A0B7-DE3FFDD3B8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630921" y="2766496"/>
            <a:ext cx="5385102" cy="1987416"/>
          </a:xfrm>
          <a:custGeom>
            <a:avLst/>
            <a:gdLst>
              <a:gd name="connsiteX0" fmla="*/ 757287 w 757287"/>
              <a:gd name="connsiteY0" fmla="*/ 3694096 h 3694096"/>
              <a:gd name="connsiteX1" fmla="*/ 757287 w 757287"/>
              <a:gd name="connsiteY1" fmla="*/ 0 h 3694096"/>
              <a:gd name="connsiteX2" fmla="*/ 0 w 757287"/>
              <a:gd name="connsiteY2" fmla="*/ 0 h 3694096"/>
              <a:gd name="connsiteX3" fmla="*/ 0 w 757287"/>
              <a:gd name="connsiteY3" fmla="*/ 3686094 h 3694096"/>
            </a:gdLst>
            <a:ahLst/>
            <a:cxnLst>
              <a:cxn ang="0">
                <a:pos x="connsiteX0" y="connsiteY0"/>
              </a:cxn>
              <a:cxn ang="0">
                <a:pos x="connsiteX1" y="connsiteY1"/>
              </a:cxn>
              <a:cxn ang="0">
                <a:pos x="connsiteX2" y="connsiteY2"/>
              </a:cxn>
              <a:cxn ang="0">
                <a:pos x="connsiteX3" y="connsiteY3"/>
              </a:cxn>
            </a:cxnLst>
            <a:rect l="l" t="t" r="r" b="b"/>
            <a:pathLst>
              <a:path w="757287" h="3694096">
                <a:moveTo>
                  <a:pt x="757287" y="3694096"/>
                </a:moveTo>
                <a:lnTo>
                  <a:pt x="757287" y="0"/>
                </a:lnTo>
                <a:lnTo>
                  <a:pt x="0" y="0"/>
                </a:lnTo>
                <a:lnTo>
                  <a:pt x="0" y="3686094"/>
                </a:lnTo>
                <a:close/>
              </a:path>
            </a:pathLst>
          </a:custGeom>
          <a:blipFill dpi="0" rotWithShape="1">
            <a:blip r:embed="rId2">
              <a:extLst>
                <a:ext uri="{96DAC541-7B7A-43D3-8B79-37D633B846F1}">
                  <asvg:svgBlip xmlns:asvg="http://schemas.microsoft.com/office/drawing/2016/SVG/main" r:embed="rId3"/>
                </a:ext>
              </a:extLst>
            </a:blip>
            <a:srcRect/>
            <a:tile tx="0" ty="0" sx="6000" sy="6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descr="Complex math formulas on a blackboard">
            <a:extLst>
              <a:ext uri="{FF2B5EF4-FFF2-40B4-BE49-F238E27FC236}">
                <a16:creationId xmlns:a16="http://schemas.microsoft.com/office/drawing/2014/main" id="{26721B34-A80D-B058-D226-5FA0BC50619D}"/>
              </a:ext>
            </a:extLst>
          </p:cNvPr>
          <p:cNvPicPr>
            <a:picLocks noChangeAspect="1"/>
          </p:cNvPicPr>
          <p:nvPr/>
        </p:nvPicPr>
        <p:blipFill>
          <a:blip r:embed="rId4"/>
          <a:srcRect l="29297" r="16435" b="2"/>
          <a:stretch/>
        </p:blipFill>
        <p:spPr>
          <a:xfrm>
            <a:off x="7696200" y="10"/>
            <a:ext cx="4495800" cy="6047499"/>
          </a:xfrm>
          <a:custGeom>
            <a:avLst/>
            <a:gdLst/>
            <a:ahLst/>
            <a:cxnLst/>
            <a:rect l="l" t="t" r="r" b="b"/>
            <a:pathLst>
              <a:path w="2093843" h="1948070">
                <a:moveTo>
                  <a:pt x="0" y="0"/>
                </a:moveTo>
                <a:lnTo>
                  <a:pt x="2093843" y="0"/>
                </a:lnTo>
                <a:lnTo>
                  <a:pt x="2093843" y="1948070"/>
                </a:lnTo>
                <a:lnTo>
                  <a:pt x="0" y="1948070"/>
                </a:lnTo>
                <a:close/>
              </a:path>
            </a:pathLst>
          </a:custGeom>
          <a:effectLst/>
        </p:spPr>
      </p:pic>
    </p:spTree>
    <p:extLst>
      <p:ext uri="{BB962C8B-B14F-4D97-AF65-F5344CB8AC3E}">
        <p14:creationId xmlns:p14="http://schemas.microsoft.com/office/powerpoint/2010/main" val="33054945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47F96AAC-1B7F-4BC0-A366-059066805B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7F92A50-7E86-13BD-8768-690DB5A33752}"/>
              </a:ext>
            </a:extLst>
          </p:cNvPr>
          <p:cNvSpPr>
            <a:spLocks noGrp="1"/>
          </p:cNvSpPr>
          <p:nvPr>
            <p:ph type="title"/>
          </p:nvPr>
        </p:nvSpPr>
        <p:spPr>
          <a:xfrm>
            <a:off x="810705" y="791851"/>
            <a:ext cx="4091233" cy="1960775"/>
          </a:xfrm>
        </p:spPr>
        <p:txBody>
          <a:bodyPr>
            <a:normAutofit/>
          </a:bodyPr>
          <a:lstStyle/>
          <a:p>
            <a:r>
              <a:rPr lang="en-US"/>
              <a:t>Creation of the Project: Database</a:t>
            </a:r>
            <a:endParaRPr lang="en-US" err="1"/>
          </a:p>
        </p:txBody>
      </p:sp>
      <p:sp>
        <p:nvSpPr>
          <p:cNvPr id="3" name="Content Placeholder 2">
            <a:extLst>
              <a:ext uri="{FF2B5EF4-FFF2-40B4-BE49-F238E27FC236}">
                <a16:creationId xmlns:a16="http://schemas.microsoft.com/office/drawing/2014/main" id="{3E2779B7-8148-8B47-26AF-D03B61E3C4EC}"/>
              </a:ext>
            </a:extLst>
          </p:cNvPr>
          <p:cNvSpPr>
            <a:spLocks noGrp="1"/>
          </p:cNvSpPr>
          <p:nvPr>
            <p:ph idx="1"/>
          </p:nvPr>
        </p:nvSpPr>
        <p:spPr>
          <a:xfrm>
            <a:off x="810706" y="3091543"/>
            <a:ext cx="4091232" cy="3042557"/>
          </a:xfrm>
        </p:spPr>
        <p:txBody>
          <a:bodyPr vert="horz" lIns="91440" tIns="45720" rIns="91440" bIns="45720" rtlCol="0">
            <a:normAutofit/>
          </a:bodyPr>
          <a:lstStyle/>
          <a:p>
            <a:r>
              <a:rPr lang="en-US"/>
              <a:t>MySQL and RDS</a:t>
            </a:r>
          </a:p>
          <a:p>
            <a:pPr lvl="1">
              <a:buFont typeface="Courier New" panose="020B0604020202020204" pitchFamily="34" charset="0"/>
              <a:buChar char="o"/>
            </a:pPr>
            <a:r>
              <a:rPr lang="en-US"/>
              <a:t>Names, Password, Email, and Username</a:t>
            </a:r>
          </a:p>
          <a:p>
            <a:r>
              <a:rPr lang="en-US"/>
              <a:t>Taking user input and storing it into a database</a:t>
            </a:r>
          </a:p>
          <a:p>
            <a:endParaRPr lang="en-US"/>
          </a:p>
        </p:txBody>
      </p:sp>
      <p:sp>
        <p:nvSpPr>
          <p:cNvPr id="21" name="Rectangle 6">
            <a:extLst>
              <a:ext uri="{FF2B5EF4-FFF2-40B4-BE49-F238E27FC236}">
                <a16:creationId xmlns:a16="http://schemas.microsoft.com/office/drawing/2014/main" id="{9F77B9A0-807D-4595-AC22-A6DCC4CA15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8446418" y="2940297"/>
            <a:ext cx="3745582" cy="3917703"/>
          </a:xfrm>
          <a:custGeom>
            <a:avLst/>
            <a:gdLst>
              <a:gd name="connsiteX0" fmla="*/ 0 w 1369143"/>
              <a:gd name="connsiteY0" fmla="*/ 0 h 1229160"/>
              <a:gd name="connsiteX1" fmla="*/ 1369143 w 1369143"/>
              <a:gd name="connsiteY1" fmla="*/ 0 h 1229160"/>
              <a:gd name="connsiteX2" fmla="*/ 1369143 w 1369143"/>
              <a:gd name="connsiteY2" fmla="*/ 1229160 h 1229160"/>
              <a:gd name="connsiteX3" fmla="*/ 0 w 1369143"/>
              <a:gd name="connsiteY3" fmla="*/ 1229160 h 1229160"/>
              <a:gd name="connsiteX4" fmla="*/ 0 w 1369143"/>
              <a:gd name="connsiteY4" fmla="*/ 0 h 1229160"/>
              <a:gd name="connsiteX0" fmla="*/ 0 w 1369143"/>
              <a:gd name="connsiteY0" fmla="*/ 0 h 1229160"/>
              <a:gd name="connsiteX1" fmla="*/ 1369143 w 1369143"/>
              <a:gd name="connsiteY1" fmla="*/ 0 h 1229160"/>
              <a:gd name="connsiteX2" fmla="*/ 0 w 1369143"/>
              <a:gd name="connsiteY2" fmla="*/ 1229160 h 1229160"/>
              <a:gd name="connsiteX3" fmla="*/ 0 w 1369143"/>
              <a:gd name="connsiteY3" fmla="*/ 0 h 1229160"/>
            </a:gdLst>
            <a:ahLst/>
            <a:cxnLst>
              <a:cxn ang="0">
                <a:pos x="connsiteX0" y="connsiteY0"/>
              </a:cxn>
              <a:cxn ang="0">
                <a:pos x="connsiteX1" y="connsiteY1"/>
              </a:cxn>
              <a:cxn ang="0">
                <a:pos x="connsiteX2" y="connsiteY2"/>
              </a:cxn>
              <a:cxn ang="0">
                <a:pos x="connsiteX3" y="connsiteY3"/>
              </a:cxn>
            </a:cxnLst>
            <a:rect l="l" t="t" r="r" b="b"/>
            <a:pathLst>
              <a:path w="1369143" h="1229160">
                <a:moveTo>
                  <a:pt x="0" y="0"/>
                </a:moveTo>
                <a:lnTo>
                  <a:pt x="1369143" y="0"/>
                </a:lnTo>
                <a:lnTo>
                  <a:pt x="0" y="1229160"/>
                </a:lnTo>
                <a:lnTo>
                  <a:pt x="0" y="0"/>
                </a:lnTo>
                <a:close/>
              </a:path>
            </a:pathLst>
          </a:custGeom>
          <a:solidFill>
            <a:schemeClr val="accent1">
              <a:lumMod val="20000"/>
              <a:lumOff val="8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8352FE65-755A-4551-AF5F-AE64CB963A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36575" y="2940297"/>
            <a:ext cx="3745582" cy="3917703"/>
          </a:xfrm>
          <a:custGeom>
            <a:avLst/>
            <a:gdLst>
              <a:gd name="connsiteX0" fmla="*/ 3745582 w 3745582"/>
              <a:gd name="connsiteY0" fmla="*/ 0 h 3917703"/>
              <a:gd name="connsiteX1" fmla="*/ 3745582 w 3745582"/>
              <a:gd name="connsiteY1" fmla="*/ 3917703 h 3917703"/>
              <a:gd name="connsiteX2" fmla="*/ 0 w 3745582"/>
              <a:gd name="connsiteY2" fmla="*/ 3917703 h 3917703"/>
            </a:gdLst>
            <a:ahLst/>
            <a:cxnLst>
              <a:cxn ang="0">
                <a:pos x="connsiteX0" y="connsiteY0"/>
              </a:cxn>
              <a:cxn ang="0">
                <a:pos x="connsiteX1" y="connsiteY1"/>
              </a:cxn>
              <a:cxn ang="0">
                <a:pos x="connsiteX2" y="connsiteY2"/>
              </a:cxn>
            </a:cxnLst>
            <a:rect l="l" t="t" r="r" b="b"/>
            <a:pathLst>
              <a:path w="3745582" h="3917703">
                <a:moveTo>
                  <a:pt x="3745582" y="0"/>
                </a:moveTo>
                <a:lnTo>
                  <a:pt x="3745582" y="3917703"/>
                </a:lnTo>
                <a:lnTo>
                  <a:pt x="0" y="3917703"/>
                </a:lnTo>
                <a:close/>
              </a:path>
            </a:pathLst>
          </a:custGeom>
          <a:blipFill dpi="0" rotWithShape="0">
            <a:blip r:embed="rId2">
              <a:alphaModFix amt="99000"/>
              <a:extLst>
                <a:ext uri="{96DAC541-7B7A-43D3-8B79-37D633B846F1}">
                  <asvg:svgBlip xmlns:asvg="http://schemas.microsoft.com/office/drawing/2016/SVG/main" r:embed="rId3"/>
                </a:ext>
              </a:extLst>
            </a:blip>
            <a:srcRect/>
            <a:tile tx="0" ty="0" sx="40000" sy="40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descr="A screenshot of a computer&#10;&#10;Description automatically generated">
            <a:extLst>
              <a:ext uri="{FF2B5EF4-FFF2-40B4-BE49-F238E27FC236}">
                <a16:creationId xmlns:a16="http://schemas.microsoft.com/office/drawing/2014/main" id="{C2C2AD1F-A465-59D6-329A-3239A30A423E}"/>
              </a:ext>
            </a:extLst>
          </p:cNvPr>
          <p:cNvPicPr>
            <a:picLocks noChangeAspect="1"/>
          </p:cNvPicPr>
          <p:nvPr/>
        </p:nvPicPr>
        <p:blipFill>
          <a:blip r:embed="rId4"/>
          <a:srcRect r="35505" b="-1"/>
          <a:stretch/>
        </p:blipFill>
        <p:spPr>
          <a:xfrm>
            <a:off x="5642313" y="791852"/>
            <a:ext cx="5746238" cy="5279009"/>
          </a:xfrm>
          <a:prstGeom prst="rect">
            <a:avLst/>
          </a:prstGeom>
          <a:effectLst>
            <a:outerShdw dist="190500" dir="18900000" algn="bl" rotWithShape="0">
              <a:schemeClr val="tx1"/>
            </a:outerShdw>
          </a:effectLst>
        </p:spPr>
      </p:pic>
    </p:spTree>
    <p:extLst>
      <p:ext uri="{BB962C8B-B14F-4D97-AF65-F5344CB8AC3E}">
        <p14:creationId xmlns:p14="http://schemas.microsoft.com/office/powerpoint/2010/main" val="30737394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C70A1AE-8F42-40E5-8B67-899ABB108E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9C5C0D3-C46B-16BF-52AA-41B92C06A6EB}"/>
              </a:ext>
            </a:extLst>
          </p:cNvPr>
          <p:cNvSpPr>
            <a:spLocks noGrp="1"/>
          </p:cNvSpPr>
          <p:nvPr>
            <p:ph type="title"/>
          </p:nvPr>
        </p:nvSpPr>
        <p:spPr>
          <a:xfrm>
            <a:off x="808661" y="365126"/>
            <a:ext cx="10066373" cy="1325562"/>
          </a:xfrm>
        </p:spPr>
        <p:txBody>
          <a:bodyPr>
            <a:normAutofit/>
          </a:bodyPr>
          <a:lstStyle/>
          <a:p>
            <a:r>
              <a:rPr lang="en-US"/>
              <a:t>Team dynamics</a:t>
            </a:r>
          </a:p>
        </p:txBody>
      </p:sp>
      <p:sp>
        <p:nvSpPr>
          <p:cNvPr id="11" name="Freeform: Shape 10">
            <a:extLst>
              <a:ext uri="{FF2B5EF4-FFF2-40B4-BE49-F238E27FC236}">
                <a16:creationId xmlns:a16="http://schemas.microsoft.com/office/drawing/2014/main" id="{DF05A5AB-B44E-4E68-A517-8B78B1ED23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0" y="1828800"/>
            <a:ext cx="5030414" cy="5030414"/>
          </a:xfrm>
          <a:custGeom>
            <a:avLst/>
            <a:gdLst>
              <a:gd name="connsiteX0" fmla="*/ 0 w 6850336"/>
              <a:gd name="connsiteY0" fmla="*/ 0 h 6850336"/>
              <a:gd name="connsiteX1" fmla="*/ 6850336 w 6850336"/>
              <a:gd name="connsiteY1" fmla="*/ 0 h 6850336"/>
              <a:gd name="connsiteX2" fmla="*/ 0 w 6850336"/>
              <a:gd name="connsiteY2" fmla="*/ 6850336 h 6850336"/>
            </a:gdLst>
            <a:ahLst/>
            <a:cxnLst>
              <a:cxn ang="0">
                <a:pos x="connsiteX0" y="connsiteY0"/>
              </a:cxn>
              <a:cxn ang="0">
                <a:pos x="connsiteX1" y="connsiteY1"/>
              </a:cxn>
              <a:cxn ang="0">
                <a:pos x="connsiteX2" y="connsiteY2"/>
              </a:cxn>
            </a:cxnLst>
            <a:rect l="l" t="t" r="r" b="b"/>
            <a:pathLst>
              <a:path w="6850336" h="6850336">
                <a:moveTo>
                  <a:pt x="0" y="0"/>
                </a:moveTo>
                <a:lnTo>
                  <a:pt x="6850336" y="0"/>
                </a:lnTo>
                <a:lnTo>
                  <a:pt x="0" y="6850336"/>
                </a:lnTo>
                <a:close/>
              </a:path>
            </a:pathLst>
          </a:custGeom>
          <a:solidFill>
            <a:schemeClr val="accent1">
              <a:lumMod val="20000"/>
              <a:lumOff val="8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Business team brainstorming">
            <a:extLst>
              <a:ext uri="{FF2B5EF4-FFF2-40B4-BE49-F238E27FC236}">
                <a16:creationId xmlns:a16="http://schemas.microsoft.com/office/drawing/2014/main" id="{8092615D-38EA-6753-83BB-5DF190480242}"/>
              </a:ext>
            </a:extLst>
          </p:cNvPr>
          <p:cNvPicPr>
            <a:picLocks noChangeAspect="1"/>
          </p:cNvPicPr>
          <p:nvPr/>
        </p:nvPicPr>
        <p:blipFill>
          <a:blip r:embed="rId2"/>
          <a:srcRect l="24126" r="9122" b="-3"/>
          <a:stretch/>
        </p:blipFill>
        <p:spPr>
          <a:xfrm>
            <a:off x="917052" y="2233761"/>
            <a:ext cx="3782169" cy="3782169"/>
          </a:xfrm>
          <a:custGeom>
            <a:avLst/>
            <a:gdLst/>
            <a:ahLst/>
            <a:cxnLst/>
            <a:rect l="l" t="t" r="r" b="b"/>
            <a:pathLst>
              <a:path w="3960118" h="3960118">
                <a:moveTo>
                  <a:pt x="1980059" y="0"/>
                </a:moveTo>
                <a:cubicBezTo>
                  <a:pt x="3073615" y="0"/>
                  <a:pt x="3960118" y="886503"/>
                  <a:pt x="3960118" y="1980059"/>
                </a:cubicBezTo>
                <a:cubicBezTo>
                  <a:pt x="3960118" y="3073615"/>
                  <a:pt x="3073615" y="3960118"/>
                  <a:pt x="1980059" y="3960118"/>
                </a:cubicBezTo>
                <a:cubicBezTo>
                  <a:pt x="886503" y="3960118"/>
                  <a:pt x="0" y="3073615"/>
                  <a:pt x="0" y="1980059"/>
                </a:cubicBezTo>
                <a:cubicBezTo>
                  <a:pt x="0" y="886503"/>
                  <a:pt x="886503" y="0"/>
                  <a:pt x="1980059" y="0"/>
                </a:cubicBezTo>
                <a:close/>
              </a:path>
            </a:pathLst>
          </a:custGeom>
          <a:effectLst>
            <a:outerShdw dist="165100" dir="8100000" algn="tr" rotWithShape="0">
              <a:schemeClr val="tx1"/>
            </a:outerShdw>
          </a:effectLst>
        </p:spPr>
      </p:pic>
      <p:sp>
        <p:nvSpPr>
          <p:cNvPr id="3" name="Content Placeholder 2">
            <a:extLst>
              <a:ext uri="{FF2B5EF4-FFF2-40B4-BE49-F238E27FC236}">
                <a16:creationId xmlns:a16="http://schemas.microsoft.com/office/drawing/2014/main" id="{B3CD7F50-45BB-8DE1-B08B-F839984E4BBA}"/>
              </a:ext>
            </a:extLst>
          </p:cNvPr>
          <p:cNvSpPr>
            <a:spLocks noGrp="1"/>
          </p:cNvSpPr>
          <p:nvPr>
            <p:ph idx="1"/>
          </p:nvPr>
        </p:nvSpPr>
        <p:spPr>
          <a:xfrm>
            <a:off x="5695736" y="2019301"/>
            <a:ext cx="5179298" cy="4157662"/>
          </a:xfrm>
        </p:spPr>
        <p:txBody>
          <a:bodyPr vert="horz" lIns="91440" tIns="45720" rIns="91440" bIns="45720" rtlCol="0">
            <a:normAutofit/>
          </a:bodyPr>
          <a:lstStyle/>
          <a:p>
            <a:pPr>
              <a:lnSpc>
                <a:spcPct val="120000"/>
              </a:lnSpc>
            </a:pPr>
            <a:r>
              <a:rPr lang="en-US" sz="1400"/>
              <a:t>Overall, we would say that the dynamics were great</a:t>
            </a:r>
          </a:p>
          <a:p>
            <a:pPr>
              <a:lnSpc>
                <a:spcPct val="120000"/>
              </a:lnSpc>
            </a:pPr>
            <a:r>
              <a:rPr lang="en-US" sz="1400"/>
              <a:t>Being able to stay organized</a:t>
            </a:r>
          </a:p>
          <a:p>
            <a:pPr lvl="1">
              <a:lnSpc>
                <a:spcPct val="120000"/>
              </a:lnSpc>
              <a:buFont typeface="Arial" panose="020B0604020202020204" pitchFamily="34" charset="0"/>
              <a:buChar char="•"/>
            </a:pPr>
            <a:r>
              <a:rPr lang="en-US" sz="1400"/>
              <a:t> We were tasked assignments in pairs or individually to be have done by our next meeting </a:t>
            </a:r>
          </a:p>
          <a:p>
            <a:pPr>
              <a:lnSpc>
                <a:spcPct val="120000"/>
              </a:lnSpc>
            </a:pPr>
            <a:r>
              <a:rPr lang="en-US" sz="1400"/>
              <a:t>Asking for help from one another</a:t>
            </a:r>
          </a:p>
          <a:p>
            <a:pPr lvl="1">
              <a:lnSpc>
                <a:spcPct val="120000"/>
              </a:lnSpc>
              <a:buFont typeface="Arial" panose="020B0604020202020204" pitchFamily="34" charset="0"/>
              <a:buChar char="•"/>
            </a:pPr>
            <a:r>
              <a:rPr lang="en-US" sz="1400"/>
              <a:t>Even if our group was not assigned to do a certain part of the project, we all would come together to make sure we were okay</a:t>
            </a:r>
          </a:p>
          <a:p>
            <a:pPr>
              <a:lnSpc>
                <a:spcPct val="120000"/>
              </a:lnSpc>
            </a:pPr>
            <a:r>
              <a:rPr lang="en-US" sz="1400"/>
              <a:t>Ambition</a:t>
            </a:r>
          </a:p>
          <a:p>
            <a:pPr lvl="1">
              <a:lnSpc>
                <a:spcPct val="120000"/>
              </a:lnSpc>
              <a:buFont typeface="Arial" panose="020B0604020202020204" pitchFamily="34" charset="0"/>
              <a:buChar char="•"/>
            </a:pPr>
            <a:r>
              <a:rPr lang="en-US" sz="1400"/>
              <a:t>We all wanted to make a project where we would learn more about CS overall and the different components involved.</a:t>
            </a:r>
          </a:p>
          <a:p>
            <a:pPr lvl="1">
              <a:lnSpc>
                <a:spcPct val="120000"/>
              </a:lnSpc>
              <a:buFont typeface="Arial" panose="020B0604020202020204" pitchFamily="34" charset="0"/>
              <a:buChar char="•"/>
            </a:pPr>
            <a:endParaRPr lang="en-US" sz="1400"/>
          </a:p>
        </p:txBody>
      </p:sp>
      <p:grpSp>
        <p:nvGrpSpPr>
          <p:cNvPr id="13" name="Group 12">
            <a:extLst>
              <a:ext uri="{FF2B5EF4-FFF2-40B4-BE49-F238E27FC236}">
                <a16:creationId xmlns:a16="http://schemas.microsoft.com/office/drawing/2014/main" id="{DB360EE4-AE09-4EBA-B35B-F26899BD87D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626697" y="-2005"/>
            <a:ext cx="567782" cy="3306479"/>
            <a:chOff x="11619770" y="-2005"/>
            <a:chExt cx="567782" cy="3306479"/>
          </a:xfrm>
        </p:grpSpPr>
        <p:sp>
          <p:nvSpPr>
            <p:cNvPr id="14" name="Freeform: Shape 13">
              <a:extLst>
                <a:ext uri="{FF2B5EF4-FFF2-40B4-BE49-F238E27FC236}">
                  <a16:creationId xmlns:a16="http://schemas.microsoft.com/office/drawing/2014/main" id="{A34872BB-5D0A-427F-BE29-20D288B9A1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V="1">
              <a:off x="11619770" y="373807"/>
              <a:ext cx="526228" cy="2930667"/>
            </a:xfrm>
            <a:custGeom>
              <a:avLst/>
              <a:gdLst>
                <a:gd name="connsiteX0" fmla="*/ 757287 w 757287"/>
                <a:gd name="connsiteY0" fmla="*/ 3694096 h 3694096"/>
                <a:gd name="connsiteX1" fmla="*/ 757287 w 757287"/>
                <a:gd name="connsiteY1" fmla="*/ 0 h 3694096"/>
                <a:gd name="connsiteX2" fmla="*/ 0 w 757287"/>
                <a:gd name="connsiteY2" fmla="*/ 0 h 3694096"/>
                <a:gd name="connsiteX3" fmla="*/ 0 w 757287"/>
                <a:gd name="connsiteY3" fmla="*/ 3686094 h 3694096"/>
              </a:gdLst>
              <a:ahLst/>
              <a:cxnLst>
                <a:cxn ang="0">
                  <a:pos x="connsiteX0" y="connsiteY0"/>
                </a:cxn>
                <a:cxn ang="0">
                  <a:pos x="connsiteX1" y="connsiteY1"/>
                </a:cxn>
                <a:cxn ang="0">
                  <a:pos x="connsiteX2" y="connsiteY2"/>
                </a:cxn>
                <a:cxn ang="0">
                  <a:pos x="connsiteX3" y="connsiteY3"/>
                </a:cxn>
              </a:cxnLst>
              <a:rect l="l" t="t" r="r" b="b"/>
              <a:pathLst>
                <a:path w="757287" h="3694096">
                  <a:moveTo>
                    <a:pt x="757287" y="3694096"/>
                  </a:moveTo>
                  <a:lnTo>
                    <a:pt x="757287" y="0"/>
                  </a:lnTo>
                  <a:lnTo>
                    <a:pt x="0" y="0"/>
                  </a:lnTo>
                  <a:lnTo>
                    <a:pt x="0" y="3686094"/>
                  </a:lnTo>
                  <a:close/>
                </a:path>
              </a:pathLst>
            </a:custGeom>
            <a:blipFill dpi="0" rotWithShape="1">
              <a:blip r:embed="rId3">
                <a:extLst>
                  <a:ext uri="{96DAC541-7B7A-43D3-8B79-37D633B846F1}">
                    <asvg:svgBlip xmlns:asvg="http://schemas.microsoft.com/office/drawing/2016/SVG/main" r:embed="rId4"/>
                  </a:ext>
                </a:extLst>
              </a:blip>
              <a:srcRect/>
              <a:tile tx="0" ty="0" sx="6000" sy="6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Rectangle 14">
              <a:extLst>
                <a:ext uri="{FF2B5EF4-FFF2-40B4-BE49-F238E27FC236}">
                  <a16:creationId xmlns:a16="http://schemas.microsoft.com/office/drawing/2014/main" id="{8FFF7680-894C-405B-852A-D61934B54B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11980943" y="-2005"/>
              <a:ext cx="206609" cy="20213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4012657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C614264-BA32-414F-95BE-0A30CC072E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0F1FA4E-9C83-907E-9534-0387E59C4A15}"/>
              </a:ext>
            </a:extLst>
          </p:cNvPr>
          <p:cNvSpPr>
            <a:spLocks noGrp="1"/>
          </p:cNvSpPr>
          <p:nvPr>
            <p:ph type="title"/>
          </p:nvPr>
        </p:nvSpPr>
        <p:spPr>
          <a:xfrm>
            <a:off x="818873" y="554981"/>
            <a:ext cx="6383684" cy="1611750"/>
          </a:xfrm>
        </p:spPr>
        <p:txBody>
          <a:bodyPr>
            <a:normAutofit/>
          </a:bodyPr>
          <a:lstStyle/>
          <a:p>
            <a:r>
              <a:rPr lang="en-US"/>
              <a:t>What could we do better</a:t>
            </a:r>
          </a:p>
        </p:txBody>
      </p:sp>
      <p:sp>
        <p:nvSpPr>
          <p:cNvPr id="3" name="Content Placeholder 2">
            <a:extLst>
              <a:ext uri="{FF2B5EF4-FFF2-40B4-BE49-F238E27FC236}">
                <a16:creationId xmlns:a16="http://schemas.microsoft.com/office/drawing/2014/main" id="{1FD4B59D-7A5B-194B-1408-966CF762382F}"/>
              </a:ext>
            </a:extLst>
          </p:cNvPr>
          <p:cNvSpPr>
            <a:spLocks noGrp="1"/>
          </p:cNvSpPr>
          <p:nvPr>
            <p:ph idx="1"/>
          </p:nvPr>
        </p:nvSpPr>
        <p:spPr>
          <a:xfrm>
            <a:off x="731286" y="2623702"/>
            <a:ext cx="5928596" cy="3536673"/>
          </a:xfrm>
        </p:spPr>
        <p:txBody>
          <a:bodyPr vert="horz" lIns="91440" tIns="45720" rIns="91440" bIns="45720" rtlCol="0">
            <a:normAutofit/>
          </a:bodyPr>
          <a:lstStyle/>
          <a:p>
            <a:r>
              <a:rPr lang="en-US"/>
              <a:t>Accessibility</a:t>
            </a:r>
            <a:endParaRPr lang="en-US" err="1"/>
          </a:p>
          <a:p>
            <a:pPr lvl="1">
              <a:buFont typeface="Courier New,monospace" panose="020B0604020202020204" pitchFamily="34" charset="0"/>
              <a:buChar char="o"/>
            </a:pPr>
            <a:r>
              <a:rPr lang="en-US">
                <a:latin typeface="Avenir Next LT Pro Light"/>
              </a:rPr>
              <a:t>Adding more Accessible Features  </a:t>
            </a:r>
          </a:p>
          <a:p>
            <a:pPr lvl="3">
              <a:buFont typeface="Arial,Sans-Serif" panose="020B0604020202020204" pitchFamily="34" charset="0"/>
            </a:pPr>
            <a:r>
              <a:rPr lang="en-US">
                <a:latin typeface="Avenir Next LT Pro Light"/>
              </a:rPr>
              <a:t>Text-to-Speech</a:t>
            </a:r>
          </a:p>
          <a:p>
            <a:pPr lvl="3">
              <a:buFont typeface="Arial,Sans-Serif" panose="020B0604020202020204" pitchFamily="34" charset="0"/>
            </a:pPr>
            <a:r>
              <a:rPr lang="en-US">
                <a:latin typeface="Avenir Next LT Pro Light"/>
              </a:rPr>
              <a:t>More Hot-keys</a:t>
            </a:r>
          </a:p>
          <a:p>
            <a:pPr lvl="3">
              <a:buFont typeface="Arial,Sans-Serif" panose="020B0604020202020204" pitchFamily="34" charset="0"/>
              <a:buChar char="–"/>
            </a:pPr>
            <a:r>
              <a:rPr lang="en-US">
                <a:latin typeface="Avenir Next LT Pro Light"/>
              </a:rPr>
              <a:t>Adhering to ADA guidelines </a:t>
            </a:r>
          </a:p>
          <a:p>
            <a:r>
              <a:rPr lang="en-US">
                <a:latin typeface="Avenir Next LT Pro Light"/>
              </a:rPr>
              <a:t>Improve UI</a:t>
            </a:r>
          </a:p>
          <a:p>
            <a:r>
              <a:rPr lang="en-US">
                <a:latin typeface="Avenir Next LT Pro Light"/>
              </a:rPr>
              <a:t>Better Organization</a:t>
            </a:r>
          </a:p>
          <a:p>
            <a:pPr>
              <a:buFont typeface="Arial" panose="020B0604020202020204" pitchFamily="34" charset="0"/>
              <a:buChar char="•"/>
            </a:pPr>
            <a:endParaRPr lang="en-US">
              <a:latin typeface="Avenir Next LT Pro Light"/>
            </a:endParaRPr>
          </a:p>
          <a:p>
            <a:pPr>
              <a:buFont typeface="Arial" panose="020B0604020202020204" pitchFamily="34" charset="0"/>
              <a:buChar char="•"/>
            </a:pPr>
            <a:endParaRPr lang="en-US">
              <a:latin typeface="Avenir Next LT Pro Light"/>
            </a:endParaRPr>
          </a:p>
          <a:p>
            <a:pPr>
              <a:buFont typeface="Arial" panose="020B0604020202020204" pitchFamily="34" charset="0"/>
              <a:buChar char="•"/>
            </a:pPr>
            <a:endParaRPr lang="en-US">
              <a:latin typeface="Avenir Next LT Pro Light"/>
            </a:endParaRPr>
          </a:p>
          <a:p>
            <a:pPr>
              <a:buFont typeface="Arial" panose="020B0604020202020204" pitchFamily="34" charset="0"/>
              <a:buChar char="•"/>
            </a:pPr>
            <a:endParaRPr lang="en-US">
              <a:latin typeface="Avenir Next LT Pro Light"/>
            </a:endParaRPr>
          </a:p>
          <a:p>
            <a:pPr>
              <a:buFont typeface="Arial" panose="020B0604020202020204" pitchFamily="34" charset="0"/>
              <a:buChar char="•"/>
            </a:pPr>
            <a:endParaRPr lang="en-US">
              <a:latin typeface="Avenir Next LT Pro Light"/>
            </a:endParaRPr>
          </a:p>
          <a:p>
            <a:pPr lvl="3">
              <a:buFont typeface="Arial" panose="020B0604020202020204" pitchFamily="34" charset="0"/>
              <a:buChar char="•"/>
            </a:pPr>
            <a:endParaRPr lang="en-US">
              <a:latin typeface="Avenir Next LT Pro Light"/>
            </a:endParaRPr>
          </a:p>
        </p:txBody>
      </p:sp>
      <p:sp>
        <p:nvSpPr>
          <p:cNvPr id="12" name="Rectangle 11">
            <a:extLst>
              <a:ext uri="{FF2B5EF4-FFF2-40B4-BE49-F238E27FC236}">
                <a16:creationId xmlns:a16="http://schemas.microsoft.com/office/drawing/2014/main" id="{CBD70695-D4EF-489F-B2D8-F61EA5CD5D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653787" y="1915886"/>
            <a:ext cx="3538211" cy="4951056"/>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9A271658-CA48-4EC3-B484-C7DC7360F8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flipV="1">
            <a:off x="8370349" y="1499446"/>
            <a:ext cx="4811359" cy="2792182"/>
          </a:xfrm>
          <a:custGeom>
            <a:avLst/>
            <a:gdLst>
              <a:gd name="connsiteX0" fmla="*/ 757287 w 757287"/>
              <a:gd name="connsiteY0" fmla="*/ 3694096 h 3694096"/>
              <a:gd name="connsiteX1" fmla="*/ 757287 w 757287"/>
              <a:gd name="connsiteY1" fmla="*/ 0 h 3694096"/>
              <a:gd name="connsiteX2" fmla="*/ 0 w 757287"/>
              <a:gd name="connsiteY2" fmla="*/ 0 h 3694096"/>
              <a:gd name="connsiteX3" fmla="*/ 0 w 757287"/>
              <a:gd name="connsiteY3" fmla="*/ 3686094 h 3694096"/>
            </a:gdLst>
            <a:ahLst/>
            <a:cxnLst>
              <a:cxn ang="0">
                <a:pos x="connsiteX0" y="connsiteY0"/>
              </a:cxn>
              <a:cxn ang="0">
                <a:pos x="connsiteX1" y="connsiteY1"/>
              </a:cxn>
              <a:cxn ang="0">
                <a:pos x="connsiteX2" y="connsiteY2"/>
              </a:cxn>
              <a:cxn ang="0">
                <a:pos x="connsiteX3" y="connsiteY3"/>
              </a:cxn>
            </a:cxnLst>
            <a:rect l="l" t="t" r="r" b="b"/>
            <a:pathLst>
              <a:path w="757287" h="3694096">
                <a:moveTo>
                  <a:pt x="757287" y="3694096"/>
                </a:moveTo>
                <a:lnTo>
                  <a:pt x="757287" y="0"/>
                </a:lnTo>
                <a:lnTo>
                  <a:pt x="0" y="0"/>
                </a:lnTo>
                <a:lnTo>
                  <a:pt x="0" y="3686094"/>
                </a:lnTo>
                <a:close/>
              </a:path>
            </a:pathLst>
          </a:custGeom>
          <a:blipFill dpi="0" rotWithShape="1">
            <a:blip r:embed="rId2">
              <a:extLst>
                <a:ext uri="{96DAC541-7B7A-43D3-8B79-37D633B846F1}">
                  <asvg:svgBlip xmlns:asvg="http://schemas.microsoft.com/office/drawing/2016/SVG/main" r:embed="rId3"/>
                </a:ext>
              </a:extLst>
            </a:blip>
            <a:srcRect/>
            <a:tile tx="0" ty="0" sx="6000" sy="6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descr="A cartoon turtle with a black background&#10;&#10;Description automatically generated">
            <a:extLst>
              <a:ext uri="{FF2B5EF4-FFF2-40B4-BE49-F238E27FC236}">
                <a16:creationId xmlns:a16="http://schemas.microsoft.com/office/drawing/2014/main" id="{61525845-4055-1431-EB30-1E56016E7B2C}"/>
              </a:ext>
            </a:extLst>
          </p:cNvPr>
          <p:cNvPicPr>
            <a:picLocks noChangeAspect="1"/>
          </p:cNvPicPr>
          <p:nvPr/>
        </p:nvPicPr>
        <p:blipFill>
          <a:blip r:embed="rId4"/>
          <a:stretch>
            <a:fillRect/>
          </a:stretch>
        </p:blipFill>
        <p:spPr>
          <a:xfrm>
            <a:off x="8252586" y="2170240"/>
            <a:ext cx="3764385" cy="2758517"/>
          </a:xfrm>
          <a:prstGeom prst="rect">
            <a:avLst/>
          </a:prstGeom>
        </p:spPr>
      </p:pic>
    </p:spTree>
    <p:extLst>
      <p:ext uri="{BB962C8B-B14F-4D97-AF65-F5344CB8AC3E}">
        <p14:creationId xmlns:p14="http://schemas.microsoft.com/office/powerpoint/2010/main" val="10685313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50E9280-098D-44B3-82CE-6FF2CCA2F8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FC3E24-D087-9169-ABE3-039DC63FEE20}"/>
              </a:ext>
            </a:extLst>
          </p:cNvPr>
          <p:cNvSpPr>
            <a:spLocks noGrp="1"/>
          </p:cNvSpPr>
          <p:nvPr>
            <p:ph type="title"/>
          </p:nvPr>
        </p:nvSpPr>
        <p:spPr>
          <a:xfrm>
            <a:off x="808661" y="365125"/>
            <a:ext cx="10357666" cy="1325563"/>
          </a:xfrm>
        </p:spPr>
        <p:txBody>
          <a:bodyPr>
            <a:normAutofit/>
          </a:bodyPr>
          <a:lstStyle/>
          <a:p>
            <a:r>
              <a:rPr lang="en-US"/>
              <a:t>What did we learn?</a:t>
            </a:r>
          </a:p>
        </p:txBody>
      </p:sp>
      <p:sp>
        <p:nvSpPr>
          <p:cNvPr id="3" name="Content Placeholder 2">
            <a:extLst>
              <a:ext uri="{FF2B5EF4-FFF2-40B4-BE49-F238E27FC236}">
                <a16:creationId xmlns:a16="http://schemas.microsoft.com/office/drawing/2014/main" id="{582D40D4-6FB8-81C3-BC10-6329737C6986}"/>
              </a:ext>
            </a:extLst>
          </p:cNvPr>
          <p:cNvSpPr>
            <a:spLocks noGrp="1"/>
          </p:cNvSpPr>
          <p:nvPr>
            <p:ph idx="1"/>
          </p:nvPr>
        </p:nvSpPr>
        <p:spPr>
          <a:xfrm>
            <a:off x="808663" y="2019299"/>
            <a:ext cx="5701405" cy="4114801"/>
          </a:xfrm>
        </p:spPr>
        <p:txBody>
          <a:bodyPr vert="horz" lIns="91440" tIns="45720" rIns="91440" bIns="45720" rtlCol="0" anchor="t">
            <a:normAutofit/>
          </a:bodyPr>
          <a:lstStyle/>
          <a:p>
            <a:r>
              <a:rPr lang="en-US"/>
              <a:t>Teamwork in CS and project creation</a:t>
            </a:r>
          </a:p>
          <a:p>
            <a:r>
              <a:rPr lang="en-US"/>
              <a:t>Java experience</a:t>
            </a:r>
          </a:p>
          <a:p>
            <a:r>
              <a:rPr lang="en-US"/>
              <a:t>Database creation and servers</a:t>
            </a:r>
          </a:p>
          <a:p>
            <a:pPr lvl="1">
              <a:buFont typeface="Courier New" panose="020B0604020202020204" pitchFamily="34" charset="0"/>
              <a:buChar char="o"/>
            </a:pPr>
            <a:r>
              <a:rPr lang="en-US"/>
              <a:t>MySQL and Amazon RDS server</a:t>
            </a:r>
          </a:p>
          <a:p>
            <a:r>
              <a:rPr lang="en-US"/>
              <a:t>HTML experience</a:t>
            </a:r>
          </a:p>
          <a:p>
            <a:r>
              <a:rPr lang="en-US"/>
              <a:t>Figma</a:t>
            </a:r>
          </a:p>
          <a:p>
            <a:r>
              <a:rPr lang="en-US"/>
              <a:t>Scrum/Agile</a:t>
            </a:r>
          </a:p>
          <a:p>
            <a:endParaRPr lang="en-US"/>
          </a:p>
          <a:p>
            <a:endParaRPr lang="en-US"/>
          </a:p>
          <a:p>
            <a:endParaRPr lang="en-US"/>
          </a:p>
        </p:txBody>
      </p:sp>
      <p:sp>
        <p:nvSpPr>
          <p:cNvPr id="11" name="Rectangle 8">
            <a:extLst>
              <a:ext uri="{FF2B5EF4-FFF2-40B4-BE49-F238E27FC236}">
                <a16:creationId xmlns:a16="http://schemas.microsoft.com/office/drawing/2014/main" id="{47106F37-9751-441A-9C07-9D1F013664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8481646" y="3153952"/>
            <a:ext cx="3710353" cy="3710353"/>
          </a:xfrm>
          <a:custGeom>
            <a:avLst/>
            <a:gdLst>
              <a:gd name="connsiteX0" fmla="*/ 0 w 2385918"/>
              <a:gd name="connsiteY0" fmla="*/ 0 h 2385918"/>
              <a:gd name="connsiteX1" fmla="*/ 2385918 w 2385918"/>
              <a:gd name="connsiteY1" fmla="*/ 0 h 2385918"/>
              <a:gd name="connsiteX2" fmla="*/ 2385918 w 2385918"/>
              <a:gd name="connsiteY2" fmla="*/ 2385918 h 2385918"/>
              <a:gd name="connsiteX3" fmla="*/ 0 w 2385918"/>
              <a:gd name="connsiteY3" fmla="*/ 2385918 h 2385918"/>
              <a:gd name="connsiteX4" fmla="*/ 0 w 2385918"/>
              <a:gd name="connsiteY4" fmla="*/ 0 h 2385918"/>
              <a:gd name="connsiteX0" fmla="*/ 0 w 2385918"/>
              <a:gd name="connsiteY0" fmla="*/ 0 h 2385918"/>
              <a:gd name="connsiteX1" fmla="*/ 2385918 w 2385918"/>
              <a:gd name="connsiteY1" fmla="*/ 0 h 2385918"/>
              <a:gd name="connsiteX2" fmla="*/ 0 w 2385918"/>
              <a:gd name="connsiteY2" fmla="*/ 2385918 h 2385918"/>
              <a:gd name="connsiteX3" fmla="*/ 0 w 2385918"/>
              <a:gd name="connsiteY3" fmla="*/ 0 h 2385918"/>
            </a:gdLst>
            <a:ahLst/>
            <a:cxnLst>
              <a:cxn ang="0">
                <a:pos x="connsiteX0" y="connsiteY0"/>
              </a:cxn>
              <a:cxn ang="0">
                <a:pos x="connsiteX1" y="connsiteY1"/>
              </a:cxn>
              <a:cxn ang="0">
                <a:pos x="connsiteX2" y="connsiteY2"/>
              </a:cxn>
              <a:cxn ang="0">
                <a:pos x="connsiteX3" y="connsiteY3"/>
              </a:cxn>
            </a:cxnLst>
            <a:rect l="l" t="t" r="r" b="b"/>
            <a:pathLst>
              <a:path w="2385918" h="2385918">
                <a:moveTo>
                  <a:pt x="0" y="0"/>
                </a:moveTo>
                <a:lnTo>
                  <a:pt x="2385918" y="0"/>
                </a:lnTo>
                <a:lnTo>
                  <a:pt x="0" y="2385918"/>
                </a:lnTo>
                <a:lnTo>
                  <a:pt x="0" y="0"/>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2AAA3006-7A47-4247-A973-6754F11D3C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81645" y="3147647"/>
            <a:ext cx="3710353" cy="3710353"/>
          </a:xfrm>
          <a:custGeom>
            <a:avLst/>
            <a:gdLst>
              <a:gd name="connsiteX0" fmla="*/ 3710353 w 3710353"/>
              <a:gd name="connsiteY0" fmla="*/ 0 h 3710353"/>
              <a:gd name="connsiteX1" fmla="*/ 3710353 w 3710353"/>
              <a:gd name="connsiteY1" fmla="*/ 3710353 h 3710353"/>
              <a:gd name="connsiteX2" fmla="*/ 0 w 3710353"/>
              <a:gd name="connsiteY2" fmla="*/ 3710353 h 3710353"/>
            </a:gdLst>
            <a:ahLst/>
            <a:cxnLst>
              <a:cxn ang="0">
                <a:pos x="connsiteX0" y="connsiteY0"/>
              </a:cxn>
              <a:cxn ang="0">
                <a:pos x="connsiteX1" y="connsiteY1"/>
              </a:cxn>
              <a:cxn ang="0">
                <a:pos x="connsiteX2" y="connsiteY2"/>
              </a:cxn>
            </a:cxnLst>
            <a:rect l="l" t="t" r="r" b="b"/>
            <a:pathLst>
              <a:path w="3710353" h="3710353">
                <a:moveTo>
                  <a:pt x="3710353" y="0"/>
                </a:moveTo>
                <a:lnTo>
                  <a:pt x="3710353" y="3710353"/>
                </a:lnTo>
                <a:lnTo>
                  <a:pt x="0" y="3710353"/>
                </a:lnTo>
                <a:close/>
              </a:path>
            </a:pathLst>
          </a:custGeom>
          <a:blipFill dpi="0" rotWithShape="0">
            <a:blip r:embed="rId2">
              <a:alphaModFix amt="99000"/>
              <a:extLst>
                <a:ext uri="{96DAC541-7B7A-43D3-8B79-37D633B846F1}">
                  <asvg:svgBlip xmlns:asvg="http://schemas.microsoft.com/office/drawing/2016/SVG/main" r:embed="rId3"/>
                </a:ext>
              </a:extLst>
            </a:blip>
            <a:srcRect/>
            <a:tile tx="0" ty="0" sx="40000" sy="40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Picture 3" descr="Free illustration: Brain, Turn On, Education, Read - Free Image on ...">
            <a:extLst>
              <a:ext uri="{FF2B5EF4-FFF2-40B4-BE49-F238E27FC236}">
                <a16:creationId xmlns:a16="http://schemas.microsoft.com/office/drawing/2014/main" id="{3D9013E4-B67A-8CC3-24D7-5752B189A98D}"/>
              </a:ext>
            </a:extLst>
          </p:cNvPr>
          <p:cNvPicPr>
            <a:picLocks noChangeAspect="1"/>
          </p:cNvPicPr>
          <p:nvPr/>
        </p:nvPicPr>
        <p:blipFill>
          <a:blip r:embed="rId4"/>
          <a:srcRect l="10460" r="18792" b="3"/>
          <a:stretch/>
        </p:blipFill>
        <p:spPr>
          <a:xfrm>
            <a:off x="7639470" y="2252591"/>
            <a:ext cx="3919441" cy="3919441"/>
          </a:xfrm>
          <a:custGeom>
            <a:avLst/>
            <a:gdLst/>
            <a:ahLst/>
            <a:cxnLst/>
            <a:rect l="l" t="t" r="r" b="b"/>
            <a:pathLst>
              <a:path w="4625350" h="4625350">
                <a:moveTo>
                  <a:pt x="2312675" y="0"/>
                </a:moveTo>
                <a:cubicBezTo>
                  <a:pt x="3589930" y="0"/>
                  <a:pt x="4625350" y="1035420"/>
                  <a:pt x="4625350" y="2312675"/>
                </a:cubicBezTo>
                <a:cubicBezTo>
                  <a:pt x="4625350" y="3589930"/>
                  <a:pt x="3589930" y="4625350"/>
                  <a:pt x="2312675" y="4625350"/>
                </a:cubicBezTo>
                <a:cubicBezTo>
                  <a:pt x="1035420" y="4625350"/>
                  <a:pt x="0" y="3589930"/>
                  <a:pt x="0" y="2312675"/>
                </a:cubicBezTo>
                <a:cubicBezTo>
                  <a:pt x="0" y="1035420"/>
                  <a:pt x="1035420" y="0"/>
                  <a:pt x="2312675" y="0"/>
                </a:cubicBezTo>
                <a:close/>
              </a:path>
            </a:pathLst>
          </a:custGeom>
          <a:effectLst>
            <a:outerShdw dist="165100" dir="19800000" algn="tr" rotWithShape="0">
              <a:schemeClr val="tx1"/>
            </a:outerShdw>
          </a:effectLst>
        </p:spPr>
      </p:pic>
    </p:spTree>
    <p:extLst>
      <p:ext uri="{BB962C8B-B14F-4D97-AF65-F5344CB8AC3E}">
        <p14:creationId xmlns:p14="http://schemas.microsoft.com/office/powerpoint/2010/main" val="201148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54700F-D913-339D-B8E9-402886DFBAFE}"/>
              </a:ext>
            </a:extLst>
          </p:cNvPr>
          <p:cNvSpPr>
            <a:spLocks noGrp="1"/>
          </p:cNvSpPr>
          <p:nvPr>
            <p:ph type="title"/>
          </p:nvPr>
        </p:nvSpPr>
        <p:spPr/>
        <p:txBody>
          <a:bodyPr/>
          <a:lstStyle/>
          <a:p>
            <a:endParaRPr lang="en-US"/>
          </a:p>
        </p:txBody>
      </p:sp>
      <p:pic>
        <p:nvPicPr>
          <p:cNvPr id="4" name="Content Placeholder 3" descr="A red and black circular pattern with white text&#10;&#10;Description automatically generated">
            <a:extLst>
              <a:ext uri="{FF2B5EF4-FFF2-40B4-BE49-F238E27FC236}">
                <a16:creationId xmlns:a16="http://schemas.microsoft.com/office/drawing/2014/main" id="{06466075-09A8-CB6C-B202-F3071E900F25}"/>
              </a:ext>
            </a:extLst>
          </p:cNvPr>
          <p:cNvPicPr>
            <a:picLocks noGrp="1" noChangeAspect="1"/>
          </p:cNvPicPr>
          <p:nvPr>
            <p:ph idx="1"/>
          </p:nvPr>
        </p:nvPicPr>
        <p:blipFill>
          <a:blip r:embed="rId2"/>
          <a:stretch>
            <a:fillRect/>
          </a:stretch>
        </p:blipFill>
        <p:spPr>
          <a:xfrm>
            <a:off x="2657" y="2370"/>
            <a:ext cx="12209748" cy="8845628"/>
          </a:xfrm>
        </p:spPr>
      </p:pic>
    </p:spTree>
    <p:extLst>
      <p:ext uri="{BB962C8B-B14F-4D97-AF65-F5344CB8AC3E}">
        <p14:creationId xmlns:p14="http://schemas.microsoft.com/office/powerpoint/2010/main" val="1233554138"/>
      </p:ext>
    </p:extLst>
  </p:cSld>
  <p:clrMapOvr>
    <a:masterClrMapping/>
  </p:clrMapOvr>
</p:sld>
</file>

<file path=ppt/theme/theme1.xml><?xml version="1.0" encoding="utf-8"?>
<a:theme xmlns:a="http://schemas.openxmlformats.org/drawingml/2006/main" name="VeniceBeachVTI">
  <a:themeElements>
    <a:clrScheme name="AnalogousFromDarkSeed_2SEEDS">
      <a:dk1>
        <a:srgbClr val="000000"/>
      </a:dk1>
      <a:lt1>
        <a:srgbClr val="FFFFFF"/>
      </a:lt1>
      <a:dk2>
        <a:srgbClr val="3E3423"/>
      </a:dk2>
      <a:lt2>
        <a:srgbClr val="E2E4E8"/>
      </a:lt2>
      <a:accent1>
        <a:srgbClr val="B1863B"/>
      </a:accent1>
      <a:accent2>
        <a:srgbClr val="C3674D"/>
      </a:accent2>
      <a:accent3>
        <a:srgbClr val="A1A641"/>
      </a:accent3>
      <a:accent4>
        <a:srgbClr val="4CB13B"/>
      </a:accent4>
      <a:accent5>
        <a:srgbClr val="47B665"/>
      </a:accent5>
      <a:accent6>
        <a:srgbClr val="3BB18C"/>
      </a:accent6>
      <a:hlink>
        <a:srgbClr val="30923E"/>
      </a:hlink>
      <a:folHlink>
        <a:srgbClr val="7F7F7F"/>
      </a:folHlink>
    </a:clrScheme>
    <a:fontScheme name="Avenir 1">
      <a:majorFont>
        <a:latin typeface="Avenir Next LT Pro Light"/>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eniceBeachVTI" id="{69839BBA-F383-4FFD-B56A-E36ACE43E09D}" vid="{060D2740-A69C-444A-B833-E03D333ADDA7}"/>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13</Slides>
  <Notes>0</Notes>
  <HiddenSlides>0</HiddenSlide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VeniceBeachVTI</vt:lpstr>
      <vt:lpstr>P33 MVP</vt:lpstr>
      <vt:lpstr>What is the problem?</vt:lpstr>
      <vt:lpstr>WHY SHOULD you USE OUR PRODUCT?</vt:lpstr>
      <vt:lpstr>What are the features?</vt:lpstr>
      <vt:lpstr>Creation of the project</vt:lpstr>
      <vt:lpstr>Creation Project</vt:lpstr>
      <vt:lpstr>Creation of project: Process</vt:lpstr>
      <vt:lpstr>Creation of Project</vt:lpstr>
      <vt:lpstr>Creation of the Project: Database</vt:lpstr>
      <vt:lpstr>Team dynamics</vt:lpstr>
      <vt:lpstr>What could we do better</vt:lpstr>
      <vt:lpstr>What did we learn?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3</cp:revision>
  <dcterms:created xsi:type="dcterms:W3CDTF">2024-11-04T21:30:18Z</dcterms:created>
  <dcterms:modified xsi:type="dcterms:W3CDTF">2024-11-16T01:08:45Z</dcterms:modified>
</cp:coreProperties>
</file>